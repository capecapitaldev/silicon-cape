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handoutMasterIdLst>
    <p:handoutMasterId r:id="rId29"/>
  </p:handoutMasterIdLst>
  <p:sldIdLst>
    <p:sldId id="4931" r:id="rId5"/>
    <p:sldId id="5284" r:id="rId6"/>
    <p:sldId id="5285" r:id="rId7"/>
    <p:sldId id="5270" r:id="rId8"/>
    <p:sldId id="5271" r:id="rId9"/>
    <p:sldId id="5295" r:id="rId10"/>
    <p:sldId id="4932" r:id="rId11"/>
    <p:sldId id="5276" r:id="rId12"/>
    <p:sldId id="5275" r:id="rId13"/>
    <p:sldId id="5290" r:id="rId14"/>
    <p:sldId id="5291" r:id="rId15"/>
    <p:sldId id="5288" r:id="rId16"/>
    <p:sldId id="5277" r:id="rId17"/>
    <p:sldId id="5278" r:id="rId18"/>
    <p:sldId id="4543" r:id="rId19"/>
    <p:sldId id="4917" r:id="rId20"/>
    <p:sldId id="4919" r:id="rId21"/>
    <p:sldId id="4611" r:id="rId22"/>
    <p:sldId id="4918" r:id="rId23"/>
    <p:sldId id="4609" r:id="rId24"/>
    <p:sldId id="5267" r:id="rId25"/>
    <p:sldId id="4612" r:id="rId26"/>
    <p:sldId id="4616" r:id="rId27"/>
  </p:sldIdLst>
  <p:sldSz cx="9144000" cy="5145088"/>
  <p:notesSz cx="6794500" cy="99314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AB6C93-6079-4A38-9315-794DF6BA5705}">
          <p14:sldIdLst>
            <p14:sldId id="4931"/>
            <p14:sldId id="5284"/>
            <p14:sldId id="5285"/>
            <p14:sldId id="5270"/>
            <p14:sldId id="5271"/>
            <p14:sldId id="5295"/>
            <p14:sldId id="4932"/>
            <p14:sldId id="5276"/>
            <p14:sldId id="5275"/>
            <p14:sldId id="5290"/>
            <p14:sldId id="5291"/>
            <p14:sldId id="5288"/>
            <p14:sldId id="5277"/>
            <p14:sldId id="5278"/>
            <p14:sldId id="4543"/>
            <p14:sldId id="4917"/>
            <p14:sldId id="4919"/>
            <p14:sldId id="4611"/>
            <p14:sldId id="4918"/>
            <p14:sldId id="4609"/>
            <p14:sldId id="5267"/>
            <p14:sldId id="4612"/>
            <p14:sldId id="46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Cutting" initials="MC" lastIdx="1" clrIdx="0">
    <p:extLst>
      <p:ext uri="{19B8F6BF-5375-455C-9EA6-DF929625EA0E}">
        <p15:presenceInfo xmlns:p15="http://schemas.microsoft.com/office/powerpoint/2012/main" userId="S-1-5-21-1837572585-1981189492-70970680-58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D2A2B"/>
    <a:srgbClr val="D86162"/>
    <a:srgbClr val="C34445"/>
    <a:srgbClr val="8F1719"/>
    <a:srgbClr val="830F10"/>
    <a:srgbClr val="A85858"/>
    <a:srgbClr val="929292"/>
    <a:srgbClr val="D25051"/>
    <a:srgbClr val="C64243"/>
    <a:srgbClr val="0AD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51105A-78F5-4D5F-A362-1FAB74AC40CE}" v="1" dt="2026-03-03T07:59:32.322"/>
  </p1510:revLst>
</p1510:revInfo>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7" autoAdjust="0"/>
    <p:restoredTop sz="94801"/>
  </p:normalViewPr>
  <p:slideViewPr>
    <p:cSldViewPr snapToGrid="0">
      <p:cViewPr varScale="1">
        <p:scale>
          <a:sx n="113" d="100"/>
          <a:sy n="113" d="100"/>
        </p:scale>
        <p:origin x="108" y="69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aynar" userId="0d4c2737-617f-4ea0-a0b0-a93ebb4228c4" providerId="ADAL" clId="{D5B74367-37DD-42A9-9368-EDF8106C3B17}"/>
    <pc:docChg chg="custSel addSld delSld modSld sldOrd modSection">
      <pc:chgData name="William Raynar" userId="0d4c2737-617f-4ea0-a0b0-a93ebb4228c4" providerId="ADAL" clId="{D5B74367-37DD-42A9-9368-EDF8106C3B17}" dt="2026-02-26T15:28:20.791" v="1978" actId="14100"/>
      <pc:docMkLst>
        <pc:docMk/>
      </pc:docMkLst>
      <pc:sldChg chg="addSp delSp modSp mod ord">
        <pc:chgData name="William Raynar" userId="0d4c2737-617f-4ea0-a0b0-a93ebb4228c4" providerId="ADAL" clId="{D5B74367-37DD-42A9-9368-EDF8106C3B17}" dt="2026-02-26T10:34:09.502" v="362" actId="478"/>
        <pc:sldMkLst>
          <pc:docMk/>
          <pc:sldMk cId="1332303266" sldId="4543"/>
        </pc:sldMkLst>
      </pc:sldChg>
      <pc:sldChg chg="addSp delSp modSp mod">
        <pc:chgData name="William Raynar" userId="0d4c2737-617f-4ea0-a0b0-a93ebb4228c4" providerId="ADAL" clId="{D5B74367-37DD-42A9-9368-EDF8106C3B17}" dt="2026-02-26T15:28:20.791" v="1978" actId="14100"/>
        <pc:sldMkLst>
          <pc:docMk/>
          <pc:sldMk cId="274645750" sldId="4931"/>
        </pc:sldMkLst>
        <pc:spChg chg="mod">
          <ac:chgData name="William Raynar" userId="0d4c2737-617f-4ea0-a0b0-a93ebb4228c4" providerId="ADAL" clId="{D5B74367-37DD-42A9-9368-EDF8106C3B17}" dt="2026-02-26T10:04:25.804" v="84" actId="20577"/>
          <ac:spMkLst>
            <pc:docMk/>
            <pc:sldMk cId="274645750" sldId="4931"/>
            <ac:spMk id="2" creationId="{EC7026D1-2A14-2FFB-F5F0-201619693CBF}"/>
          </ac:spMkLst>
        </pc:spChg>
        <pc:spChg chg="mod">
          <ac:chgData name="William Raynar" userId="0d4c2737-617f-4ea0-a0b0-a93ebb4228c4" providerId="ADAL" clId="{D5B74367-37DD-42A9-9368-EDF8106C3B17}" dt="2026-02-26T10:05:43.905" v="103" actId="20577"/>
          <ac:spMkLst>
            <pc:docMk/>
            <pc:sldMk cId="274645750" sldId="4931"/>
            <ac:spMk id="6" creationId="{EA69041E-691D-47E2-CF61-0C507BE3E8CD}"/>
          </ac:spMkLst>
        </pc:spChg>
        <pc:picChg chg="mod modCrop">
          <ac:chgData name="William Raynar" userId="0d4c2737-617f-4ea0-a0b0-a93ebb4228c4" providerId="ADAL" clId="{D5B74367-37DD-42A9-9368-EDF8106C3B17}" dt="2026-02-26T15:28:20.791" v="1978" actId="14100"/>
          <ac:picMkLst>
            <pc:docMk/>
            <pc:sldMk cId="274645750" sldId="4931"/>
            <ac:picMk id="8" creationId="{F27AA76D-3B21-B467-DDD8-7C092D277538}"/>
          </ac:picMkLst>
        </pc:picChg>
      </pc:sldChg>
      <pc:sldChg chg="addSp delSp modSp mod ord">
        <pc:chgData name="William Raynar" userId="0d4c2737-617f-4ea0-a0b0-a93ebb4228c4" providerId="ADAL" clId="{D5B74367-37DD-42A9-9368-EDF8106C3B17}" dt="2026-02-26T12:29:41.173" v="865" actId="1036"/>
        <pc:sldMkLst>
          <pc:docMk/>
          <pc:sldMk cId="3952731846" sldId="4932"/>
        </pc:sldMkLst>
        <pc:spChg chg="add mod">
          <ac:chgData name="William Raynar" userId="0d4c2737-617f-4ea0-a0b0-a93ebb4228c4" providerId="ADAL" clId="{D5B74367-37DD-42A9-9368-EDF8106C3B17}" dt="2026-02-26T12:18:18.933" v="820" actId="1076"/>
          <ac:spMkLst>
            <pc:docMk/>
            <pc:sldMk cId="3952731846" sldId="4932"/>
            <ac:spMk id="2" creationId="{7F41BC3F-F0BB-2FEC-95CD-BF90080C2A1E}"/>
          </ac:spMkLst>
        </pc:spChg>
        <pc:spChg chg="mod">
          <ac:chgData name="William Raynar" userId="0d4c2737-617f-4ea0-a0b0-a93ebb4228c4" providerId="ADAL" clId="{D5B74367-37DD-42A9-9368-EDF8106C3B17}" dt="2026-02-26T12:29:32.292" v="857" actId="20577"/>
          <ac:spMkLst>
            <pc:docMk/>
            <pc:sldMk cId="3952731846" sldId="4932"/>
            <ac:spMk id="5" creationId="{7A981E43-7DC3-0EFC-44C0-C1094C255438}"/>
          </ac:spMkLst>
        </pc:spChg>
        <pc:spChg chg="add mod">
          <ac:chgData name="William Raynar" userId="0d4c2737-617f-4ea0-a0b0-a93ebb4228c4" providerId="ADAL" clId="{D5B74367-37DD-42A9-9368-EDF8106C3B17}" dt="2026-02-26T12:29:41.173" v="865" actId="1036"/>
          <ac:spMkLst>
            <pc:docMk/>
            <pc:sldMk cId="3952731846" sldId="4932"/>
            <ac:spMk id="7" creationId="{A2A65991-AC52-EB35-8F20-0019CDF39E96}"/>
          </ac:spMkLst>
        </pc:spChg>
        <pc:picChg chg="mod">
          <ac:chgData name="William Raynar" userId="0d4c2737-617f-4ea0-a0b0-a93ebb4228c4" providerId="ADAL" clId="{D5B74367-37DD-42A9-9368-EDF8106C3B17}" dt="2026-02-26T12:18:13.402" v="819" actId="1076"/>
          <ac:picMkLst>
            <pc:docMk/>
            <pc:sldMk cId="3952731846" sldId="4932"/>
            <ac:picMk id="4" creationId="{C7498E66-A6A4-C600-C819-C96D70860275}"/>
          </ac:picMkLst>
        </pc:picChg>
      </pc:sldChg>
      <pc:sldChg chg="modSp add mod ord">
        <pc:chgData name="William Raynar" userId="0d4c2737-617f-4ea0-a0b0-a93ebb4228c4" providerId="ADAL" clId="{D5B74367-37DD-42A9-9368-EDF8106C3B17}" dt="2026-02-26T13:27:25.803" v="1310"/>
        <pc:sldMkLst>
          <pc:docMk/>
          <pc:sldMk cId="2283068659" sldId="5270"/>
        </pc:sldMkLst>
        <pc:spChg chg="mod">
          <ac:chgData name="William Raynar" userId="0d4c2737-617f-4ea0-a0b0-a93ebb4228c4" providerId="ADAL" clId="{D5B74367-37DD-42A9-9368-EDF8106C3B17}" dt="2026-02-26T13:16:48.754" v="1265"/>
          <ac:spMkLst>
            <pc:docMk/>
            <pc:sldMk cId="2283068659" sldId="5270"/>
            <ac:spMk id="2" creationId="{47E6BACA-8062-FE65-CD5A-9E1153C80398}"/>
          </ac:spMkLst>
        </pc:spChg>
        <pc:spChg chg="mod">
          <ac:chgData name="William Raynar" userId="0d4c2737-617f-4ea0-a0b0-a93ebb4228c4" providerId="ADAL" clId="{D5B74367-37DD-42A9-9368-EDF8106C3B17}" dt="2026-02-26T10:38:32.291" v="451" actId="207"/>
          <ac:spMkLst>
            <pc:docMk/>
            <pc:sldMk cId="2283068659" sldId="5270"/>
            <ac:spMk id="3" creationId="{BB0A0409-E40B-29C1-B842-384D53155354}"/>
          </ac:spMkLst>
        </pc:spChg>
      </pc:sldChg>
      <pc:sldChg chg="addSp modSp new mod ord">
        <pc:chgData name="William Raynar" userId="0d4c2737-617f-4ea0-a0b0-a93ebb4228c4" providerId="ADAL" clId="{D5B74367-37DD-42A9-9368-EDF8106C3B17}" dt="2026-02-26T12:47:11.045" v="1010"/>
        <pc:sldMkLst>
          <pc:docMk/>
          <pc:sldMk cId="2506740239" sldId="5271"/>
        </pc:sldMkLst>
        <pc:spChg chg="add mod">
          <ac:chgData name="William Raynar" userId="0d4c2737-617f-4ea0-a0b0-a93ebb4228c4" providerId="ADAL" clId="{D5B74367-37DD-42A9-9368-EDF8106C3B17}" dt="2026-02-26T10:28:09.873" v="279" actId="1076"/>
          <ac:spMkLst>
            <pc:docMk/>
            <pc:sldMk cId="2506740239" sldId="5271"/>
            <ac:spMk id="2" creationId="{DC110AFA-BDF9-4D9E-961A-C61D04032D32}"/>
          </ac:spMkLst>
        </pc:spChg>
        <pc:spChg chg="add mod">
          <ac:chgData name="William Raynar" userId="0d4c2737-617f-4ea0-a0b0-a93ebb4228c4" providerId="ADAL" clId="{D5B74367-37DD-42A9-9368-EDF8106C3B17}" dt="2026-02-26T10:28:04.936" v="278" actId="1076"/>
          <ac:spMkLst>
            <pc:docMk/>
            <pc:sldMk cId="2506740239" sldId="5271"/>
            <ac:spMk id="3" creationId="{33C77094-D069-486C-9913-7E655B8D0850}"/>
          </ac:spMkLst>
        </pc:spChg>
        <pc:spChg chg="add mod">
          <ac:chgData name="William Raynar" userId="0d4c2737-617f-4ea0-a0b0-a93ebb4228c4" providerId="ADAL" clId="{D5B74367-37DD-42A9-9368-EDF8106C3B17}" dt="2026-02-26T10:26:46.691" v="266" actId="20577"/>
          <ac:spMkLst>
            <pc:docMk/>
            <pc:sldMk cId="2506740239" sldId="5271"/>
            <ac:spMk id="4" creationId="{EF02E3F0-FDAD-C600-5C9F-ED2671CD6284}"/>
          </ac:spMkLst>
        </pc:spChg>
        <pc:spChg chg="add mod">
          <ac:chgData name="William Raynar" userId="0d4c2737-617f-4ea0-a0b0-a93ebb4228c4" providerId="ADAL" clId="{D5B74367-37DD-42A9-9368-EDF8106C3B17}" dt="2026-02-26T10:27:09.697" v="269" actId="207"/>
          <ac:spMkLst>
            <pc:docMk/>
            <pc:sldMk cId="2506740239" sldId="5271"/>
            <ac:spMk id="5" creationId="{6B3D7C5F-FA70-7AFA-335C-6315520BDE45}"/>
          </ac:spMkLst>
        </pc:spChg>
        <pc:picChg chg="add mod">
          <ac:chgData name="William Raynar" userId="0d4c2737-617f-4ea0-a0b0-a93ebb4228c4" providerId="ADAL" clId="{D5B74367-37DD-42A9-9368-EDF8106C3B17}" dt="2026-02-26T10:28:20.006" v="295" actId="1037"/>
          <ac:picMkLst>
            <pc:docMk/>
            <pc:sldMk cId="2506740239" sldId="5271"/>
            <ac:picMk id="6" creationId="{73ADC688-E5C8-3BED-2AF4-C4A1C8494B44}"/>
          </ac:picMkLst>
        </pc:picChg>
        <pc:picChg chg="add mod">
          <ac:chgData name="William Raynar" userId="0d4c2737-617f-4ea0-a0b0-a93ebb4228c4" providerId="ADAL" clId="{D5B74367-37DD-42A9-9368-EDF8106C3B17}" dt="2026-02-26T10:27:55.165" v="275" actId="14100"/>
          <ac:picMkLst>
            <pc:docMk/>
            <pc:sldMk cId="2506740239" sldId="5271"/>
            <ac:picMk id="3074" creationId="{15DFF8B0-707F-6097-8DE6-1BF5CEDB2433}"/>
          </ac:picMkLst>
        </pc:picChg>
        <pc:picChg chg="add mod">
          <ac:chgData name="William Raynar" userId="0d4c2737-617f-4ea0-a0b0-a93ebb4228c4" providerId="ADAL" clId="{D5B74367-37DD-42A9-9368-EDF8106C3B17}" dt="2026-02-26T10:28:01.056" v="277" actId="1076"/>
          <ac:picMkLst>
            <pc:docMk/>
            <pc:sldMk cId="2506740239" sldId="5271"/>
            <ac:picMk id="3076" creationId="{E626BEF2-5BEA-2A63-9339-161575EFC26F}"/>
          </ac:picMkLst>
        </pc:picChg>
      </pc:sldChg>
      <pc:sldChg chg="addSp delSp modSp add mod ord">
        <pc:chgData name="William Raynar" userId="0d4c2737-617f-4ea0-a0b0-a93ebb4228c4" providerId="ADAL" clId="{D5B74367-37DD-42A9-9368-EDF8106C3B17}" dt="2026-02-26T13:29:50.844" v="1316"/>
        <pc:sldMkLst>
          <pc:docMk/>
          <pc:sldMk cId="587937418" sldId="5275"/>
        </pc:sldMkLst>
        <pc:spChg chg="mod">
          <ac:chgData name="William Raynar" userId="0d4c2737-617f-4ea0-a0b0-a93ebb4228c4" providerId="ADAL" clId="{D5B74367-37DD-42A9-9368-EDF8106C3B17}" dt="2026-02-26T10:52:30.181" v="512" actId="20577"/>
          <ac:spMkLst>
            <pc:docMk/>
            <pc:sldMk cId="587937418" sldId="5275"/>
            <ac:spMk id="2" creationId="{56D128B6-E5DB-2DE3-4392-96CFE7EDB5EB}"/>
          </ac:spMkLst>
        </pc:spChg>
        <pc:spChg chg="mod">
          <ac:chgData name="William Raynar" userId="0d4c2737-617f-4ea0-a0b0-a93ebb4228c4" providerId="ADAL" clId="{D5B74367-37DD-42A9-9368-EDF8106C3B17}" dt="2026-02-26T10:49:15.209" v="482" actId="20577"/>
          <ac:spMkLst>
            <pc:docMk/>
            <pc:sldMk cId="587937418" sldId="5275"/>
            <ac:spMk id="3" creationId="{8034EA05-8A9C-AF89-8600-562DE0E3006D}"/>
          </ac:spMkLst>
        </pc:spChg>
        <pc:picChg chg="add mod">
          <ac:chgData name="William Raynar" userId="0d4c2737-617f-4ea0-a0b0-a93ebb4228c4" providerId="ADAL" clId="{D5B74367-37DD-42A9-9368-EDF8106C3B17}" dt="2026-02-26T10:41:34.736" v="454" actId="1076"/>
          <ac:picMkLst>
            <pc:docMk/>
            <pc:sldMk cId="587937418" sldId="5275"/>
            <ac:picMk id="5" creationId="{10E0F17F-CC1D-DA8F-BBD9-4B102186EC8C}"/>
          </ac:picMkLst>
        </pc:picChg>
      </pc:sldChg>
      <pc:sldChg chg="addSp delSp modSp add mod ord">
        <pc:chgData name="William Raynar" userId="0d4c2737-617f-4ea0-a0b0-a93ebb4228c4" providerId="ADAL" clId="{D5B74367-37DD-42A9-9368-EDF8106C3B17}" dt="2026-02-26T13:28:50.834" v="1312"/>
        <pc:sldMkLst>
          <pc:docMk/>
          <pc:sldMk cId="1099880509" sldId="5276"/>
        </pc:sldMkLst>
        <pc:spChg chg="mod">
          <ac:chgData name="William Raynar" userId="0d4c2737-617f-4ea0-a0b0-a93ebb4228c4" providerId="ADAL" clId="{D5B74367-37DD-42A9-9368-EDF8106C3B17}" dt="2026-02-26T11:36:06.811" v="757" actId="14100"/>
          <ac:spMkLst>
            <pc:docMk/>
            <pc:sldMk cId="1099880509" sldId="5276"/>
            <ac:spMk id="2" creationId="{8F49B59E-5EFF-B44C-57BB-A50ED575F9A7}"/>
          </ac:spMkLst>
        </pc:spChg>
        <pc:spChg chg="mod">
          <ac:chgData name="William Raynar" userId="0d4c2737-617f-4ea0-a0b0-a93ebb4228c4" providerId="ADAL" clId="{D5B74367-37DD-42A9-9368-EDF8106C3B17}" dt="2026-02-26T11:36:09.957" v="758" actId="1076"/>
          <ac:spMkLst>
            <pc:docMk/>
            <pc:sldMk cId="1099880509" sldId="5276"/>
            <ac:spMk id="3" creationId="{1A06BBCE-1423-DC4C-12B2-D946C12A9DD0}"/>
          </ac:spMkLst>
        </pc:spChg>
        <pc:picChg chg="add mod">
          <ac:chgData name="William Raynar" userId="0d4c2737-617f-4ea0-a0b0-a93ebb4228c4" providerId="ADAL" clId="{D5B74367-37DD-42A9-9368-EDF8106C3B17}" dt="2026-02-26T10:45:34.740" v="464" actId="14100"/>
          <ac:picMkLst>
            <pc:docMk/>
            <pc:sldMk cId="1099880509" sldId="5276"/>
            <ac:picMk id="4" creationId="{45B2CFDC-C667-5947-F41D-F0EFED4C8F3A}"/>
          </ac:picMkLst>
        </pc:picChg>
      </pc:sldChg>
      <pc:sldChg chg="delSp add mod">
        <pc:chgData name="William Raynar" userId="0d4c2737-617f-4ea0-a0b0-a93ebb4228c4" providerId="ADAL" clId="{D5B74367-37DD-42A9-9368-EDF8106C3B17}" dt="2026-02-26T10:45:15.262" v="460" actId="478"/>
        <pc:sldMkLst>
          <pc:docMk/>
          <pc:sldMk cId="2106982736" sldId="5277"/>
        </pc:sldMkLst>
      </pc:sldChg>
      <pc:sldChg chg="delSp add mod">
        <pc:chgData name="William Raynar" userId="0d4c2737-617f-4ea0-a0b0-a93ebb4228c4" providerId="ADAL" clId="{D5B74367-37DD-42A9-9368-EDF8106C3B17}" dt="2026-02-26T10:45:19.552" v="461" actId="478"/>
        <pc:sldMkLst>
          <pc:docMk/>
          <pc:sldMk cId="1966306385" sldId="5278"/>
        </pc:sldMkLst>
      </pc:sldChg>
      <pc:sldChg chg="modSp add mod">
        <pc:chgData name="William Raynar" userId="0d4c2737-617f-4ea0-a0b0-a93ebb4228c4" providerId="ADAL" clId="{D5B74367-37DD-42A9-9368-EDF8106C3B17}" dt="2026-02-26T13:06:24.205" v="1111" actId="20577"/>
        <pc:sldMkLst>
          <pc:docMk/>
          <pc:sldMk cId="4032712209" sldId="5284"/>
        </pc:sldMkLst>
        <pc:spChg chg="mod">
          <ac:chgData name="William Raynar" userId="0d4c2737-617f-4ea0-a0b0-a93ebb4228c4" providerId="ADAL" clId="{D5B74367-37DD-42A9-9368-EDF8106C3B17}" dt="2026-02-26T13:06:24.205" v="1111" actId="20577"/>
          <ac:spMkLst>
            <pc:docMk/>
            <pc:sldMk cId="4032712209" sldId="5284"/>
            <ac:spMk id="2" creationId="{011FDAAB-8103-B547-4E23-6D412436F2A0}"/>
          </ac:spMkLst>
        </pc:spChg>
        <pc:spChg chg="mod">
          <ac:chgData name="William Raynar" userId="0d4c2737-617f-4ea0-a0b0-a93ebb4228c4" providerId="ADAL" clId="{D5B74367-37DD-42A9-9368-EDF8106C3B17}" dt="2026-02-26T11:35:37.442" v="745" actId="1076"/>
          <ac:spMkLst>
            <pc:docMk/>
            <pc:sldMk cId="4032712209" sldId="5284"/>
            <ac:spMk id="3" creationId="{2C5D1C37-D1BA-A48B-F823-EA385A77E35F}"/>
          </ac:spMkLst>
        </pc:spChg>
      </pc:sldChg>
      <pc:sldChg chg="addSp modSp add mod ord">
        <pc:chgData name="William Raynar" userId="0d4c2737-617f-4ea0-a0b0-a93ebb4228c4" providerId="ADAL" clId="{D5B74367-37DD-42A9-9368-EDF8106C3B17}" dt="2026-02-26T13:17:19.725" v="1276" actId="20577"/>
        <pc:sldMkLst>
          <pc:docMk/>
          <pc:sldMk cId="1948979529" sldId="5285"/>
        </pc:sldMkLst>
        <pc:spChg chg="add mod">
          <ac:chgData name="William Raynar" userId="0d4c2737-617f-4ea0-a0b0-a93ebb4228c4" providerId="ADAL" clId="{D5B74367-37DD-42A9-9368-EDF8106C3B17}" dt="2026-02-26T12:36:58.654" v="976" actId="790"/>
          <ac:spMkLst>
            <pc:docMk/>
            <pc:sldMk cId="1948979529" sldId="5285"/>
            <ac:spMk id="3" creationId="{44A1DE47-59AD-5C1C-BC8F-0F85E05412C4}"/>
          </ac:spMkLst>
        </pc:spChg>
        <pc:spChg chg="add mod">
          <ac:chgData name="William Raynar" userId="0d4c2737-617f-4ea0-a0b0-a93ebb4228c4" providerId="ADAL" clId="{D5B74367-37DD-42A9-9368-EDF8106C3B17}" dt="2026-02-26T12:37:46.492" v="990" actId="1035"/>
          <ac:spMkLst>
            <pc:docMk/>
            <pc:sldMk cId="1948979529" sldId="5285"/>
            <ac:spMk id="4" creationId="{B649F45E-1EE7-D319-AC0E-27D5B09BD067}"/>
          </ac:spMkLst>
        </pc:spChg>
        <pc:spChg chg="mod">
          <ac:chgData name="William Raynar" userId="0d4c2737-617f-4ea0-a0b0-a93ebb4228c4" providerId="ADAL" clId="{D5B74367-37DD-42A9-9368-EDF8106C3B17}" dt="2026-02-26T13:17:19.725" v="1276" actId="20577"/>
          <ac:spMkLst>
            <pc:docMk/>
            <pc:sldMk cId="1948979529" sldId="5285"/>
            <ac:spMk id="5" creationId="{2E7913EB-608B-DC55-6501-9EA77CDD9541}"/>
          </ac:spMkLst>
        </pc:spChg>
        <pc:spChg chg="mod">
          <ac:chgData name="William Raynar" userId="0d4c2737-617f-4ea0-a0b0-a93ebb4228c4" providerId="ADAL" clId="{D5B74367-37DD-42A9-9368-EDF8106C3B17}" dt="2026-02-26T12:37:24.468" v="979" actId="14100"/>
          <ac:spMkLst>
            <pc:docMk/>
            <pc:sldMk cId="1948979529" sldId="5285"/>
            <ac:spMk id="6" creationId="{0B68E26D-F8BB-B5B2-B492-863F9AC42BB0}"/>
          </ac:spMkLst>
        </pc:spChg>
        <pc:picChg chg="add mod">
          <ac:chgData name="William Raynar" userId="0d4c2737-617f-4ea0-a0b0-a93ebb4228c4" providerId="ADAL" clId="{D5B74367-37DD-42A9-9368-EDF8106C3B17}" dt="2026-02-26T12:34:40.661" v="887" actId="1076"/>
          <ac:picMkLst>
            <pc:docMk/>
            <pc:sldMk cId="1948979529" sldId="5285"/>
            <ac:picMk id="2" creationId="{DB339B15-BB71-94AA-8A61-6B6788D9A231}"/>
          </ac:picMkLst>
        </pc:picChg>
        <pc:picChg chg="add mod">
          <ac:chgData name="William Raynar" userId="0d4c2737-617f-4ea0-a0b0-a93ebb4228c4" providerId="ADAL" clId="{D5B74367-37DD-42A9-9368-EDF8106C3B17}" dt="2026-02-26T12:35:19.541" v="892" actId="732"/>
          <ac:picMkLst>
            <pc:docMk/>
            <pc:sldMk cId="1948979529" sldId="5285"/>
            <ac:picMk id="2050" creationId="{F4C08121-3D55-5C0D-9F87-5283EB067C61}"/>
          </ac:picMkLst>
        </pc:picChg>
      </pc:sldChg>
      <pc:sldChg chg="modSp add mod">
        <pc:chgData name="William Raynar" userId="0d4c2737-617f-4ea0-a0b0-a93ebb4228c4" providerId="ADAL" clId="{D5B74367-37DD-42A9-9368-EDF8106C3B17}" dt="2026-02-26T13:07:37.359" v="1156" actId="20577"/>
        <pc:sldMkLst>
          <pc:docMk/>
          <pc:sldMk cId="2992933260" sldId="5288"/>
        </pc:sldMkLst>
        <pc:spChg chg="mod">
          <ac:chgData name="William Raynar" userId="0d4c2737-617f-4ea0-a0b0-a93ebb4228c4" providerId="ADAL" clId="{D5B74367-37DD-42A9-9368-EDF8106C3B17}" dt="2026-02-26T13:07:37.359" v="1156" actId="20577"/>
          <ac:spMkLst>
            <pc:docMk/>
            <pc:sldMk cId="2992933260" sldId="5288"/>
            <ac:spMk id="2" creationId="{5DE12BBC-73EA-0852-0FF2-DD4E66986671}"/>
          </ac:spMkLst>
        </pc:spChg>
      </pc:sldChg>
      <pc:sldChg chg="addSp modSp add mod ord">
        <pc:chgData name="William Raynar" userId="0d4c2737-617f-4ea0-a0b0-a93ebb4228c4" providerId="ADAL" clId="{D5B74367-37DD-42A9-9368-EDF8106C3B17}" dt="2026-02-26T14:46:55.244" v="1891"/>
        <pc:sldMkLst>
          <pc:docMk/>
          <pc:sldMk cId="3030099752" sldId="5290"/>
        </pc:sldMkLst>
        <pc:spChg chg="mod">
          <ac:chgData name="William Raynar" userId="0d4c2737-617f-4ea0-a0b0-a93ebb4228c4" providerId="ADAL" clId="{D5B74367-37DD-42A9-9368-EDF8106C3B17}" dt="2026-02-26T14:01:39.117" v="1612" actId="20577"/>
          <ac:spMkLst>
            <pc:docMk/>
            <pc:sldMk cId="3030099752" sldId="5290"/>
            <ac:spMk id="5" creationId="{553B4DB9-7E63-9099-BA40-93C2902D240A}"/>
          </ac:spMkLst>
        </pc:spChg>
        <pc:spChg chg="mod">
          <ac:chgData name="William Raynar" userId="0d4c2737-617f-4ea0-a0b0-a93ebb4228c4" providerId="ADAL" clId="{D5B74367-37DD-42A9-9368-EDF8106C3B17}" dt="2026-02-26T13:26:05.710" v="1308" actId="207"/>
          <ac:spMkLst>
            <pc:docMk/>
            <pc:sldMk cId="3030099752" sldId="5290"/>
            <ac:spMk id="6" creationId="{6E7760BE-DFC7-173A-CEAF-7EB4E03ED619}"/>
          </ac:spMkLst>
        </pc:spChg>
        <pc:picChg chg="add mod">
          <ac:chgData name="William Raynar" userId="0d4c2737-617f-4ea0-a0b0-a93ebb4228c4" providerId="ADAL" clId="{D5B74367-37DD-42A9-9368-EDF8106C3B17}" dt="2026-02-26T13:08:26.341" v="1164" actId="1076"/>
          <ac:picMkLst>
            <pc:docMk/>
            <pc:sldMk cId="3030099752" sldId="5290"/>
            <ac:picMk id="5122" creationId="{37A086DB-378D-2507-2C5A-34446E6808F7}"/>
          </ac:picMkLst>
        </pc:picChg>
      </pc:sldChg>
      <pc:sldChg chg="modSp add mod">
        <pc:chgData name="William Raynar" userId="0d4c2737-617f-4ea0-a0b0-a93ebb4228c4" providerId="ADAL" clId="{D5B74367-37DD-42A9-9368-EDF8106C3B17}" dt="2026-02-26T13:49:25.305" v="1557"/>
        <pc:sldMkLst>
          <pc:docMk/>
          <pc:sldMk cId="1401560419" sldId="5291"/>
        </pc:sldMkLst>
        <pc:spChg chg="mod">
          <ac:chgData name="William Raynar" userId="0d4c2737-617f-4ea0-a0b0-a93ebb4228c4" providerId="ADAL" clId="{D5B74367-37DD-42A9-9368-EDF8106C3B17}" dt="2026-02-26T13:35:31.015" v="1389" actId="20577"/>
          <ac:spMkLst>
            <pc:docMk/>
            <pc:sldMk cId="1401560419" sldId="5291"/>
            <ac:spMk id="2" creationId="{A30ABCE2-6D2C-4769-F8AB-D1749D9D918A}"/>
          </ac:spMkLst>
        </pc:spChg>
        <pc:spChg chg="mod">
          <ac:chgData name="William Raynar" userId="0d4c2737-617f-4ea0-a0b0-a93ebb4228c4" providerId="ADAL" clId="{D5B74367-37DD-42A9-9368-EDF8106C3B17}" dt="2026-02-26T13:49:25.305" v="1557"/>
          <ac:spMkLst>
            <pc:docMk/>
            <pc:sldMk cId="1401560419" sldId="5291"/>
            <ac:spMk id="3" creationId="{1A70AF2D-8F35-C0D4-8C38-687DC89BBF5B}"/>
          </ac:spMkLst>
        </pc:spChg>
      </pc:sldChg>
      <pc:sldChg chg="delSp modSp add mod ord">
        <pc:chgData name="William Raynar" userId="0d4c2737-617f-4ea0-a0b0-a93ebb4228c4" providerId="ADAL" clId="{D5B74367-37DD-42A9-9368-EDF8106C3B17}" dt="2026-02-26T14:47:50.498" v="1937" actId="20577"/>
        <pc:sldMkLst>
          <pc:docMk/>
          <pc:sldMk cId="3601128" sldId="5295"/>
        </pc:sldMkLst>
        <pc:spChg chg="mod">
          <ac:chgData name="William Raynar" userId="0d4c2737-617f-4ea0-a0b0-a93ebb4228c4" providerId="ADAL" clId="{D5B74367-37DD-42A9-9368-EDF8106C3B17}" dt="2026-02-26T14:47:50.498" v="1937" actId="20577"/>
          <ac:spMkLst>
            <pc:docMk/>
            <pc:sldMk cId="3601128" sldId="5295"/>
            <ac:spMk id="101"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F5951A-8549-443C-96E5-48F7ECA102DD}"/>
              </a:ext>
            </a:extLst>
          </p:cNvPr>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FC205CC-4DCD-4ABA-BDAA-1AFE962C4A79}"/>
              </a:ext>
            </a:extLst>
          </p:cNvPr>
          <p:cNvSpPr>
            <a:spLocks noGrp="1"/>
          </p:cNvSpPr>
          <p:nvPr>
            <p:ph type="dt" sz="quarter" idx="1"/>
          </p:nvPr>
        </p:nvSpPr>
        <p:spPr>
          <a:xfrm>
            <a:off x="3848100" y="0"/>
            <a:ext cx="2944813" cy="498475"/>
          </a:xfrm>
          <a:prstGeom prst="rect">
            <a:avLst/>
          </a:prstGeom>
        </p:spPr>
        <p:txBody>
          <a:bodyPr vert="horz" lIns="91440" tIns="45720" rIns="91440" bIns="45720" rtlCol="0"/>
          <a:lstStyle>
            <a:lvl1pPr algn="r">
              <a:defRPr sz="1200"/>
            </a:lvl1pPr>
          </a:lstStyle>
          <a:p>
            <a:fld id="{8C469FEC-A40E-4A78-8153-E11CC590582E}" type="datetimeFigureOut">
              <a:rPr lang="en-GB" smtClean="0"/>
              <a:t>03/03/2026</a:t>
            </a:fld>
            <a:endParaRPr lang="en-GB"/>
          </a:p>
        </p:txBody>
      </p:sp>
      <p:sp>
        <p:nvSpPr>
          <p:cNvPr id="4" name="Footer Placeholder 3">
            <a:extLst>
              <a:ext uri="{FF2B5EF4-FFF2-40B4-BE49-F238E27FC236}">
                <a16:creationId xmlns:a16="http://schemas.microsoft.com/office/drawing/2014/main" id="{6A041E4C-4802-43DC-A11A-DDAA5878D241}"/>
              </a:ext>
            </a:extLst>
          </p:cNvPr>
          <p:cNvSpPr>
            <a:spLocks noGrp="1"/>
          </p:cNvSpPr>
          <p:nvPr>
            <p:ph type="ftr" sz="quarter" idx="2"/>
          </p:nvPr>
        </p:nvSpPr>
        <p:spPr>
          <a:xfrm>
            <a:off x="0" y="9432925"/>
            <a:ext cx="2944813" cy="49847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7C61852-9E60-4B9C-B018-0FDC05235F90}"/>
              </a:ext>
            </a:extLst>
          </p:cNvPr>
          <p:cNvSpPr>
            <a:spLocks noGrp="1"/>
          </p:cNvSpPr>
          <p:nvPr>
            <p:ph type="sldNum" sz="quarter" idx="3"/>
          </p:nvPr>
        </p:nvSpPr>
        <p:spPr>
          <a:xfrm>
            <a:off x="3848100" y="9432925"/>
            <a:ext cx="2944813" cy="498475"/>
          </a:xfrm>
          <a:prstGeom prst="rect">
            <a:avLst/>
          </a:prstGeom>
        </p:spPr>
        <p:txBody>
          <a:bodyPr vert="horz" lIns="91440" tIns="45720" rIns="91440" bIns="45720" rtlCol="0" anchor="b"/>
          <a:lstStyle>
            <a:lvl1pPr algn="r">
              <a:defRPr sz="1200"/>
            </a:lvl1pPr>
          </a:lstStyle>
          <a:p>
            <a:fld id="{9808E040-10F5-4F60-95B5-7FC1010BC113}" type="slidenum">
              <a:rPr lang="en-GB" smtClean="0"/>
              <a:t>‹#›</a:t>
            </a:fld>
            <a:endParaRPr lang="en-GB"/>
          </a:p>
        </p:txBody>
      </p:sp>
    </p:spTree>
    <p:extLst>
      <p:ext uri="{BB962C8B-B14F-4D97-AF65-F5344CB8AC3E}">
        <p14:creationId xmlns:p14="http://schemas.microsoft.com/office/powerpoint/2010/main" val="1812367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283" cy="49829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8646" y="1"/>
            <a:ext cx="2944283" cy="498295"/>
          </a:xfrm>
          <a:prstGeom prst="rect">
            <a:avLst/>
          </a:prstGeom>
        </p:spPr>
        <p:txBody>
          <a:bodyPr vert="horz" lIns="91440" tIns="45720" rIns="91440" bIns="45720" rtlCol="0"/>
          <a:lstStyle>
            <a:lvl1pPr algn="r">
              <a:defRPr sz="1200"/>
            </a:lvl1pPr>
          </a:lstStyle>
          <a:p>
            <a:fld id="{B3395B23-D393-4AD4-BAF6-277E16AAD570}" type="datetimeFigureOut">
              <a:rPr lang="en-US" smtClean="0"/>
              <a:t>3/3/2026</a:t>
            </a:fld>
            <a:endParaRPr lang="en-US"/>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9487"/>
            <a:ext cx="5435600" cy="391048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8646" y="9433107"/>
            <a:ext cx="2944283" cy="498294"/>
          </a:xfrm>
          <a:prstGeom prst="rect">
            <a:avLst/>
          </a:prstGeom>
        </p:spPr>
        <p:txBody>
          <a:bodyPr vert="horz" lIns="91440" tIns="45720" rIns="91440" bIns="45720" rtlCol="0" anchor="b"/>
          <a:lstStyle>
            <a:lvl1pPr algn="r">
              <a:defRPr sz="1200"/>
            </a:lvl1pPr>
          </a:lstStyle>
          <a:p>
            <a:fld id="{199F110E-17B6-4D0F-9838-5D394A8B50E9}" type="slidenum">
              <a:rPr lang="en-US" smtClean="0"/>
              <a:t>‹#›</a:t>
            </a:fld>
            <a:endParaRPr lang="en-US"/>
          </a:p>
        </p:txBody>
      </p:sp>
    </p:spTree>
    <p:extLst>
      <p:ext uri="{BB962C8B-B14F-4D97-AF65-F5344CB8AC3E}">
        <p14:creationId xmlns:p14="http://schemas.microsoft.com/office/powerpoint/2010/main" val="181417644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99F110E-17B6-4D0F-9838-5D394A8B50E9}" type="slidenum">
              <a:rPr lang="en-US" smtClean="0"/>
              <a:t>1</a:t>
            </a:fld>
            <a:endParaRPr lang="en-US"/>
          </a:p>
        </p:txBody>
      </p:sp>
    </p:spTree>
    <p:extLst>
      <p:ext uri="{BB962C8B-B14F-4D97-AF65-F5344CB8AC3E}">
        <p14:creationId xmlns:p14="http://schemas.microsoft.com/office/powerpoint/2010/main" val="680150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B460-DA0D-ADC0-935F-7DAD2A0C1A3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5D37623-CB77-969E-A932-7C06B9B1EE60}"/>
              </a:ext>
            </a:extLst>
          </p:cNvPr>
          <p:cNvSpPr>
            <a:spLocks noGrp="1" noRot="1" noChangeAspect="1"/>
          </p:cNvSpPr>
          <p:nvPr>
            <p:ph type="sldImg"/>
          </p:nvPr>
        </p:nvSpPr>
        <p:spPr/>
        <p:txBody>
          <a:bodyPr/>
          <a:lstStyle/>
          <a:p>
            <a:endParaRPr lang="en-GB"/>
          </a:p>
        </p:txBody>
      </p:sp>
      <p:sp>
        <p:nvSpPr>
          <p:cNvPr id="3" name="Pladsholder til noter 2">
            <a:extLst>
              <a:ext uri="{FF2B5EF4-FFF2-40B4-BE49-F238E27FC236}">
                <a16:creationId xmlns:a16="http://schemas.microsoft.com/office/drawing/2014/main" id="{8AF6E884-DA22-093C-2FC7-CFC7F1A76F82}"/>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23606509-DD11-FCD1-59CE-98003533E6DE}"/>
              </a:ext>
            </a:extLst>
          </p:cNvPr>
          <p:cNvSpPr>
            <a:spLocks noGrp="1"/>
          </p:cNvSpPr>
          <p:nvPr>
            <p:ph type="sldNum" sz="quarter" idx="5"/>
          </p:nvPr>
        </p:nvSpPr>
        <p:spPr/>
        <p:txBody>
          <a:bodyPr/>
          <a:lstStyle/>
          <a:p>
            <a:fld id="{199F110E-17B6-4D0F-9838-5D394A8B50E9}" type="slidenum">
              <a:rPr lang="en-US" smtClean="0"/>
              <a:t>7</a:t>
            </a:fld>
            <a:endParaRPr lang="en-US"/>
          </a:p>
        </p:txBody>
      </p:sp>
    </p:spTree>
    <p:extLst>
      <p:ext uri="{BB962C8B-B14F-4D97-AF65-F5344CB8AC3E}">
        <p14:creationId xmlns:p14="http://schemas.microsoft.com/office/powerpoint/2010/main" val="3025744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99F110E-17B6-4D0F-9838-5D394A8B50E9}" type="slidenum">
              <a:rPr lang="en-US" smtClean="0"/>
              <a:t>19</a:t>
            </a:fld>
            <a:endParaRPr lang="en-US"/>
          </a:p>
        </p:txBody>
      </p:sp>
    </p:spTree>
    <p:extLst>
      <p:ext uri="{BB962C8B-B14F-4D97-AF65-F5344CB8AC3E}">
        <p14:creationId xmlns:p14="http://schemas.microsoft.com/office/powerpoint/2010/main" val="380202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Sidebar1">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C14F8B04-1F0E-F24A-E28E-92EB93FFB065}"/>
              </a:ext>
            </a:extLst>
          </p:cNvPr>
          <p:cNvSpPr/>
          <p:nvPr userDrawn="1"/>
        </p:nvSpPr>
        <p:spPr>
          <a:xfrm>
            <a:off x="119301" y="112693"/>
            <a:ext cx="2939809" cy="49197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F45EEDD5-6AD6-DDD9-58A6-B072E6A4F60A}"/>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 name="Lige forbindelse 3">
            <a:extLst>
              <a:ext uri="{FF2B5EF4-FFF2-40B4-BE49-F238E27FC236}">
                <a16:creationId xmlns:a16="http://schemas.microsoft.com/office/drawing/2014/main" id="{3A484CB1-203C-B950-1CC8-BCA57BE27264}"/>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Rektangel 7">
            <a:extLst>
              <a:ext uri="{FF2B5EF4-FFF2-40B4-BE49-F238E27FC236}">
                <a16:creationId xmlns:a16="http://schemas.microsoft.com/office/drawing/2014/main" id="{7262EB12-97ED-C0FC-88AE-C4E48EB2320C}"/>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spTree>
    <p:extLst>
      <p:ext uri="{BB962C8B-B14F-4D97-AF65-F5344CB8AC3E}">
        <p14:creationId xmlns:p14="http://schemas.microsoft.com/office/powerpoint/2010/main" val="3000377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Topbar1">
    <p:spTree>
      <p:nvGrpSpPr>
        <p:cNvPr id="1" name=""/>
        <p:cNvGrpSpPr/>
        <p:nvPr/>
      </p:nvGrpSpPr>
      <p:grpSpPr>
        <a:xfrm>
          <a:off x="0" y="0"/>
          <a:ext cx="0" cy="0"/>
          <a:chOff x="0" y="0"/>
          <a:chExt cx="0" cy="0"/>
        </a:xfrm>
      </p:grpSpPr>
      <p:sp>
        <p:nvSpPr>
          <p:cNvPr id="2" name="Rektangel 2">
            <a:extLst>
              <a:ext uri="{FF2B5EF4-FFF2-40B4-BE49-F238E27FC236}">
                <a16:creationId xmlns:a16="http://schemas.microsoft.com/office/drawing/2014/main" id="{0058D117-570A-AD3B-A16B-3B03FAE0A704}"/>
              </a:ext>
            </a:extLst>
          </p:cNvPr>
          <p:cNvSpPr/>
          <p:nvPr userDrawn="1"/>
        </p:nvSpPr>
        <p:spPr>
          <a:xfrm>
            <a:off x="119301" y="112692"/>
            <a:ext cx="8905398" cy="148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Lige forbindelse 3">
            <a:extLst>
              <a:ext uri="{FF2B5EF4-FFF2-40B4-BE49-F238E27FC236}">
                <a16:creationId xmlns:a16="http://schemas.microsoft.com/office/drawing/2014/main" id="{C092BCD2-5C0E-497A-0B11-F8C202F1AA0F}"/>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Rektangel 4">
            <a:extLst>
              <a:ext uri="{FF2B5EF4-FFF2-40B4-BE49-F238E27FC236}">
                <a16:creationId xmlns:a16="http://schemas.microsoft.com/office/drawing/2014/main" id="{BB98B3C1-CBFD-0213-E94B-4CF619A20EB2}"/>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cxnSp>
        <p:nvCxnSpPr>
          <p:cNvPr id="6" name="Lige forbindelse 5">
            <a:extLst>
              <a:ext uri="{FF2B5EF4-FFF2-40B4-BE49-F238E27FC236}">
                <a16:creationId xmlns:a16="http://schemas.microsoft.com/office/drawing/2014/main" id="{6F084544-D4BD-5CDE-D3DD-87E6D80D135B}"/>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2447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Plain1">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EECB25FC-ADFC-AC50-BA28-0B684D647A2D}"/>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dirty="0">
              <a:solidFill>
                <a:schemeClr val="accent6"/>
              </a:solidFill>
              <a:latin typeface="PP Eiko Light" pitchFamily="2" charset="-128"/>
              <a:ea typeface="PP Eiko Light" pitchFamily="2" charset="-128"/>
              <a:cs typeface="Arial" panose="020B0604020202020204" pitchFamily="34" charset="0"/>
            </a:endParaRPr>
          </a:p>
        </p:txBody>
      </p:sp>
      <p:cxnSp>
        <p:nvCxnSpPr>
          <p:cNvPr id="4" name="Lige forbindelse 2">
            <a:extLst>
              <a:ext uri="{FF2B5EF4-FFF2-40B4-BE49-F238E27FC236}">
                <a16:creationId xmlns:a16="http://schemas.microsoft.com/office/drawing/2014/main" id="{AFBF3769-C8C9-07C6-6CC7-01541FE198A1}"/>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Lige forbindelse 3">
            <a:extLst>
              <a:ext uri="{FF2B5EF4-FFF2-40B4-BE49-F238E27FC236}">
                <a16:creationId xmlns:a16="http://schemas.microsoft.com/office/drawing/2014/main" id="{5BD93F9D-48CC-AD1C-B366-764468092925}"/>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0635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Chapter2">
    <p:spTree>
      <p:nvGrpSpPr>
        <p:cNvPr id="1" name=""/>
        <p:cNvGrpSpPr/>
        <p:nvPr/>
      </p:nvGrpSpPr>
      <p:grpSpPr>
        <a:xfrm>
          <a:off x="0" y="0"/>
          <a:ext cx="0" cy="0"/>
          <a:chOff x="0" y="0"/>
          <a:chExt cx="0" cy="0"/>
        </a:xfrm>
      </p:grpSpPr>
      <p:cxnSp>
        <p:nvCxnSpPr>
          <p:cNvPr id="53" name="Lige forbindelse 52">
            <a:extLst>
              <a:ext uri="{FF2B5EF4-FFF2-40B4-BE49-F238E27FC236}">
                <a16:creationId xmlns:a16="http://schemas.microsoft.com/office/drawing/2014/main" id="{DA30982E-9390-85E2-6C8B-A84D37FAE9E3}"/>
              </a:ext>
            </a:extLst>
          </p:cNvPr>
          <p:cNvCxnSpPr>
            <a:cxnSpLocks/>
          </p:cNvCxnSpPr>
          <p:nvPr userDrawn="1"/>
        </p:nvCxnSpPr>
        <p:spPr>
          <a:xfrm>
            <a:off x="323850" y="1981743"/>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2" name="Graphic 1">
            <a:extLst>
              <a:ext uri="{FF2B5EF4-FFF2-40B4-BE49-F238E27FC236}">
                <a16:creationId xmlns:a16="http://schemas.microsoft.com/office/drawing/2014/main" id="{55E01635-ADA6-845C-2B3C-F477E6339AD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6762" y="304800"/>
            <a:ext cx="783767" cy="493200"/>
          </a:xfrm>
          <a:prstGeom prst="rect">
            <a:avLst/>
          </a:prstGeom>
        </p:spPr>
      </p:pic>
    </p:spTree>
    <p:extLst>
      <p:ext uri="{BB962C8B-B14F-4D97-AF65-F5344CB8AC3E}">
        <p14:creationId xmlns:p14="http://schemas.microsoft.com/office/powerpoint/2010/main" val="229891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Chapter1">
    <p:spTree>
      <p:nvGrpSpPr>
        <p:cNvPr id="1" name=""/>
        <p:cNvGrpSpPr/>
        <p:nvPr/>
      </p:nvGrpSpPr>
      <p:grpSpPr>
        <a:xfrm>
          <a:off x="0" y="0"/>
          <a:ext cx="0" cy="0"/>
          <a:chOff x="0" y="0"/>
          <a:chExt cx="0" cy="0"/>
        </a:xfrm>
      </p:grpSpPr>
      <p:sp>
        <p:nvSpPr>
          <p:cNvPr id="50" name="Rektangel 49">
            <a:extLst>
              <a:ext uri="{FF2B5EF4-FFF2-40B4-BE49-F238E27FC236}">
                <a16:creationId xmlns:a16="http://schemas.microsoft.com/office/drawing/2014/main" id="{84D316D4-7E60-03FA-4347-B15C8C4327A2}"/>
              </a:ext>
            </a:extLst>
          </p:cNvPr>
          <p:cNvSpPr/>
          <p:nvPr userDrawn="1"/>
        </p:nvSpPr>
        <p:spPr>
          <a:xfrm>
            <a:off x="0" y="-6506"/>
            <a:ext cx="9144000" cy="5151593"/>
          </a:xfrm>
          <a:prstGeom prst="rect">
            <a:avLst/>
          </a:prstGeom>
          <a:solidFill>
            <a:srgbClr val="8310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EE935AA9-7A48-1688-1C33-6E506B95D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6762" y="304800"/>
            <a:ext cx="783767" cy="493200"/>
          </a:xfrm>
          <a:prstGeom prst="rect">
            <a:avLst/>
          </a:prstGeom>
        </p:spPr>
      </p:pic>
      <p:cxnSp>
        <p:nvCxnSpPr>
          <p:cNvPr id="53" name="Lige forbindelse 52">
            <a:extLst>
              <a:ext uri="{FF2B5EF4-FFF2-40B4-BE49-F238E27FC236}">
                <a16:creationId xmlns:a16="http://schemas.microsoft.com/office/drawing/2014/main" id="{DA30982E-9390-85E2-6C8B-A84D37FAE9E3}"/>
              </a:ext>
            </a:extLst>
          </p:cNvPr>
          <p:cNvCxnSpPr>
            <a:cxnSpLocks/>
          </p:cNvCxnSpPr>
          <p:nvPr userDrawn="1"/>
        </p:nvCxnSpPr>
        <p:spPr>
          <a:xfrm>
            <a:off x="323850" y="1981743"/>
            <a:ext cx="422185" cy="0"/>
          </a:xfrm>
          <a:prstGeom prst="line">
            <a:avLst/>
          </a:prstGeom>
          <a:ln w="15875">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298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sicLogo1">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750A868A-B74D-E7CE-FFF7-8299EE94B02F}"/>
              </a:ext>
            </a:extLst>
          </p:cNvPr>
          <p:cNvSpPr/>
          <p:nvPr userDrawn="1"/>
        </p:nvSpPr>
        <p:spPr>
          <a:xfrm>
            <a:off x="123371" y="114728"/>
            <a:ext cx="8897260" cy="4915632"/>
          </a:xfrm>
          <a:prstGeom prst="rect">
            <a:avLst/>
          </a:prstGeom>
          <a:solidFill>
            <a:srgbClr val="8310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fik 1">
            <a:extLst>
              <a:ext uri="{FF2B5EF4-FFF2-40B4-BE49-F238E27FC236}">
                <a16:creationId xmlns:a16="http://schemas.microsoft.com/office/drawing/2014/main" id="{D03013CF-7320-A37B-ECC8-8DA909BE23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94150" y="2216944"/>
            <a:ext cx="1155700" cy="711200"/>
          </a:xfrm>
          <a:prstGeom prst="rect">
            <a:avLst/>
          </a:prstGeom>
        </p:spPr>
      </p:pic>
      <p:sp>
        <p:nvSpPr>
          <p:cNvPr id="3" name="Rektangel 2">
            <a:extLst>
              <a:ext uri="{FF2B5EF4-FFF2-40B4-BE49-F238E27FC236}">
                <a16:creationId xmlns:a16="http://schemas.microsoft.com/office/drawing/2014/main" id="{E76B81A7-4A81-BC7E-242C-C7D423545FB2}"/>
              </a:ext>
            </a:extLst>
          </p:cNvPr>
          <p:cNvSpPr/>
          <p:nvPr userDrawn="1"/>
        </p:nvSpPr>
        <p:spPr>
          <a:xfrm>
            <a:off x="323850" y="4656204"/>
            <a:ext cx="8496300" cy="12338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lnSpc>
                <a:spcPct val="87000"/>
              </a:lnSpc>
              <a:spcAft>
                <a:spcPts val="300"/>
              </a:spcAft>
            </a:pPr>
            <a:r>
              <a:rPr lang="en-GB" sz="900" dirty="0">
                <a:solidFill>
                  <a:schemeClr val="bg1"/>
                </a:solidFill>
                <a:latin typeface="Arial" panose="020B0604020202020204" pitchFamily="34" charset="0"/>
                <a:ea typeface="PP Eiko Light" pitchFamily="2" charset="-128"/>
                <a:cs typeface="Arial" panose="020B0604020202020204" pitchFamily="34" charset="0"/>
              </a:rPr>
              <a:t>C A P E C A P I T A L . C O M</a:t>
            </a:r>
            <a:endParaRPr lang="en-GB" sz="900" i="1" dirty="0">
              <a:solidFill>
                <a:schemeClr val="bg1"/>
              </a:solidFill>
              <a:latin typeface="Arial" panose="020B0604020202020204" pitchFamily="34" charset="0"/>
              <a:ea typeface="PP Eiko Italic Light" pitchFamily="2" charset="-128"/>
              <a:cs typeface="Arial" panose="020B0604020202020204" pitchFamily="34" charset="0"/>
            </a:endParaRPr>
          </a:p>
        </p:txBody>
      </p:sp>
    </p:spTree>
    <p:extLst>
      <p:ext uri="{BB962C8B-B14F-4D97-AF65-F5344CB8AC3E}">
        <p14:creationId xmlns:p14="http://schemas.microsoft.com/office/powerpoint/2010/main" val="260023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sicDisclaimer1">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FBBA473-1C52-3462-68B3-CF4652E7AFA0}"/>
              </a:ext>
            </a:extLst>
          </p:cNvPr>
          <p:cNvSpPr/>
          <p:nvPr userDrawn="1"/>
        </p:nvSpPr>
        <p:spPr>
          <a:xfrm>
            <a:off x="123371" y="118798"/>
            <a:ext cx="8897260" cy="491563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566E17C4-A525-A75B-A026-742141A998E4}"/>
              </a:ext>
            </a:extLst>
          </p:cNvPr>
          <p:cNvCxnSpPr>
            <a:cxnSpLocks/>
          </p:cNvCxnSpPr>
          <p:nvPr userDrawn="1"/>
        </p:nvCxnSpPr>
        <p:spPr>
          <a:xfrm>
            <a:off x="329382" y="304800"/>
            <a:ext cx="422185" cy="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3435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sicChapterBlue">
    <p:spTree>
      <p:nvGrpSpPr>
        <p:cNvPr id="1" name=""/>
        <p:cNvGrpSpPr/>
        <p:nvPr/>
      </p:nvGrpSpPr>
      <p:grpSpPr>
        <a:xfrm>
          <a:off x="0" y="0"/>
          <a:ext cx="0" cy="0"/>
          <a:chOff x="0" y="0"/>
          <a:chExt cx="0" cy="0"/>
        </a:xfrm>
      </p:grpSpPr>
      <p:sp>
        <p:nvSpPr>
          <p:cNvPr id="50" name="Rektangel 49">
            <a:extLst>
              <a:ext uri="{FF2B5EF4-FFF2-40B4-BE49-F238E27FC236}">
                <a16:creationId xmlns:a16="http://schemas.microsoft.com/office/drawing/2014/main" id="{84D316D4-7E60-03FA-4347-B15C8C4327A2}"/>
              </a:ext>
            </a:extLst>
          </p:cNvPr>
          <p:cNvSpPr/>
          <p:nvPr userDrawn="1"/>
        </p:nvSpPr>
        <p:spPr>
          <a:xfrm>
            <a:off x="0" y="-3252"/>
            <a:ext cx="9144000" cy="515159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EE935AA9-7A48-1688-1C33-6E506B95D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6762" y="304800"/>
            <a:ext cx="783767" cy="493200"/>
          </a:xfrm>
          <a:prstGeom prst="rect">
            <a:avLst/>
          </a:prstGeom>
        </p:spPr>
      </p:pic>
      <p:cxnSp>
        <p:nvCxnSpPr>
          <p:cNvPr id="53" name="Lige forbindelse 52">
            <a:extLst>
              <a:ext uri="{FF2B5EF4-FFF2-40B4-BE49-F238E27FC236}">
                <a16:creationId xmlns:a16="http://schemas.microsoft.com/office/drawing/2014/main" id="{DA30982E-9390-85E2-6C8B-A84D37FAE9E3}"/>
              </a:ext>
            </a:extLst>
          </p:cNvPr>
          <p:cNvCxnSpPr>
            <a:cxnSpLocks/>
          </p:cNvCxnSpPr>
          <p:nvPr userDrawn="1"/>
        </p:nvCxnSpPr>
        <p:spPr>
          <a:xfrm>
            <a:off x="323850" y="1981743"/>
            <a:ext cx="422185" cy="0"/>
          </a:xfrm>
          <a:prstGeom prst="line">
            <a:avLst/>
          </a:prstGeom>
          <a:ln w="15875">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sicLogoBlue">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750A868A-B74D-E7CE-FFF7-8299EE94B02F}"/>
              </a:ext>
            </a:extLst>
          </p:cNvPr>
          <p:cNvSpPr/>
          <p:nvPr userDrawn="1"/>
        </p:nvSpPr>
        <p:spPr>
          <a:xfrm>
            <a:off x="123371" y="114728"/>
            <a:ext cx="8897260" cy="49156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fik 1">
            <a:extLst>
              <a:ext uri="{FF2B5EF4-FFF2-40B4-BE49-F238E27FC236}">
                <a16:creationId xmlns:a16="http://schemas.microsoft.com/office/drawing/2014/main" id="{D03013CF-7320-A37B-ECC8-8DA909BE23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94150" y="2216944"/>
            <a:ext cx="1155700" cy="711200"/>
          </a:xfrm>
          <a:prstGeom prst="rect">
            <a:avLst/>
          </a:prstGeom>
        </p:spPr>
      </p:pic>
      <p:sp>
        <p:nvSpPr>
          <p:cNvPr id="3" name="Rektangel 2">
            <a:extLst>
              <a:ext uri="{FF2B5EF4-FFF2-40B4-BE49-F238E27FC236}">
                <a16:creationId xmlns:a16="http://schemas.microsoft.com/office/drawing/2014/main" id="{E76B81A7-4A81-BC7E-242C-C7D423545FB2}"/>
              </a:ext>
            </a:extLst>
          </p:cNvPr>
          <p:cNvSpPr/>
          <p:nvPr userDrawn="1"/>
        </p:nvSpPr>
        <p:spPr>
          <a:xfrm>
            <a:off x="323850" y="4656204"/>
            <a:ext cx="8496300" cy="12338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lnSpc>
                <a:spcPct val="87000"/>
              </a:lnSpc>
              <a:spcAft>
                <a:spcPts val="300"/>
              </a:spcAft>
            </a:pPr>
            <a:r>
              <a:rPr lang="en-GB" sz="900" dirty="0">
                <a:solidFill>
                  <a:schemeClr val="bg1"/>
                </a:solidFill>
                <a:latin typeface="Arial" panose="020B0604020202020204" pitchFamily="34" charset="0"/>
                <a:ea typeface="PP Eiko Light" pitchFamily="2" charset="-128"/>
                <a:cs typeface="Arial" panose="020B0604020202020204" pitchFamily="34" charset="0"/>
              </a:rPr>
              <a:t>C A P E C A P I T A L . C O M</a:t>
            </a:r>
            <a:endParaRPr lang="en-GB" sz="900" i="1" dirty="0">
              <a:solidFill>
                <a:schemeClr val="bg1"/>
              </a:solidFill>
              <a:latin typeface="Arial" panose="020B0604020202020204" pitchFamily="34" charset="0"/>
              <a:ea typeface="PP Eiko Italic Light" pitchFamily="2" charset="-128"/>
              <a:cs typeface="Arial" panose="020B0604020202020204" pitchFamily="34" charset="0"/>
            </a:endParaRPr>
          </a:p>
        </p:txBody>
      </p:sp>
    </p:spTree>
    <p:extLst>
      <p:ext uri="{BB962C8B-B14F-4D97-AF65-F5344CB8AC3E}">
        <p14:creationId xmlns:p14="http://schemas.microsoft.com/office/powerpoint/2010/main" val="910210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sicDisclaimerBlue">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FBBA473-1C52-3462-68B3-CF4652E7AFA0}"/>
              </a:ext>
            </a:extLst>
          </p:cNvPr>
          <p:cNvSpPr/>
          <p:nvPr userDrawn="1"/>
        </p:nvSpPr>
        <p:spPr>
          <a:xfrm>
            <a:off x="123371" y="118798"/>
            <a:ext cx="8897260" cy="49156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566E17C4-A525-A75B-A026-742141A998E4}"/>
              </a:ext>
            </a:extLst>
          </p:cNvPr>
          <p:cNvCxnSpPr>
            <a:cxnSpLocks/>
          </p:cNvCxnSpPr>
          <p:nvPr userDrawn="1"/>
        </p:nvCxnSpPr>
        <p:spPr>
          <a:xfrm>
            <a:off x="329382" y="304800"/>
            <a:ext cx="422185" cy="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1911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sicLogoBlank">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E76B81A7-4A81-BC7E-242C-C7D423545FB2}"/>
              </a:ext>
            </a:extLst>
          </p:cNvPr>
          <p:cNvSpPr/>
          <p:nvPr userDrawn="1"/>
        </p:nvSpPr>
        <p:spPr>
          <a:xfrm>
            <a:off x="323850" y="4656204"/>
            <a:ext cx="8496300" cy="12338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lnSpc>
                <a:spcPct val="87000"/>
              </a:lnSpc>
              <a:spcAft>
                <a:spcPts val="300"/>
              </a:spcAft>
            </a:pPr>
            <a:r>
              <a:rPr lang="en-GB" sz="900" dirty="0">
                <a:solidFill>
                  <a:schemeClr val="tx1"/>
                </a:solidFill>
                <a:latin typeface="Arial" panose="020B0604020202020204" pitchFamily="34" charset="0"/>
                <a:ea typeface="PP Eiko Light" pitchFamily="2" charset="-128"/>
                <a:cs typeface="Arial" panose="020B0604020202020204" pitchFamily="34" charset="0"/>
              </a:rPr>
              <a:t>C A P E C A P I T A L . C O M</a:t>
            </a:r>
            <a:endParaRPr lang="en-GB" sz="900" i="1" dirty="0">
              <a:solidFill>
                <a:schemeClr val="tx1"/>
              </a:solidFill>
              <a:latin typeface="Arial" panose="020B0604020202020204" pitchFamily="34" charset="0"/>
              <a:ea typeface="PP Eiko Italic Light" pitchFamily="2" charset="-128"/>
              <a:cs typeface="Arial" panose="020B0604020202020204" pitchFamily="34" charset="0"/>
            </a:endParaRPr>
          </a:p>
        </p:txBody>
      </p:sp>
      <p:pic>
        <p:nvPicPr>
          <p:cNvPr id="5" name="Graphic 4">
            <a:extLst>
              <a:ext uri="{FF2B5EF4-FFF2-40B4-BE49-F238E27FC236}">
                <a16:creationId xmlns:a16="http://schemas.microsoft.com/office/drawing/2014/main" id="{196CC7C5-1047-5808-695E-67AE1AD860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05628" y="2216144"/>
            <a:ext cx="1132744" cy="712800"/>
          </a:xfrm>
          <a:prstGeom prst="rect">
            <a:avLst/>
          </a:prstGeom>
        </p:spPr>
      </p:pic>
    </p:spTree>
    <p:extLst>
      <p:ext uri="{BB962C8B-B14F-4D97-AF65-F5344CB8AC3E}">
        <p14:creationId xmlns:p14="http://schemas.microsoft.com/office/powerpoint/2010/main" val="3406162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1">
    <p:spTree>
      <p:nvGrpSpPr>
        <p:cNvPr id="1" name=""/>
        <p:cNvGrpSpPr/>
        <p:nvPr/>
      </p:nvGrpSpPr>
      <p:grpSpPr>
        <a:xfrm>
          <a:off x="0" y="0"/>
          <a:ext cx="0" cy="0"/>
          <a:chOff x="0" y="0"/>
          <a:chExt cx="0" cy="0"/>
        </a:xfrm>
      </p:grpSpPr>
      <p:sp>
        <p:nvSpPr>
          <p:cNvPr id="9" name="Rektangel 1">
            <a:extLst>
              <a:ext uri="{FF2B5EF4-FFF2-40B4-BE49-F238E27FC236}">
                <a16:creationId xmlns:a16="http://schemas.microsoft.com/office/drawing/2014/main" id="{2A142FB9-F456-ED53-66EC-3E4D87572D2E}"/>
              </a:ext>
            </a:extLst>
          </p:cNvPr>
          <p:cNvSpPr/>
          <p:nvPr userDrawn="1"/>
        </p:nvSpPr>
        <p:spPr>
          <a:xfrm>
            <a:off x="119301" y="112693"/>
            <a:ext cx="2939809" cy="49197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F45EEDD5-6AD6-DDD9-58A6-B072E6A4F60A}"/>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 name="Lige forbindelse 3">
            <a:extLst>
              <a:ext uri="{FF2B5EF4-FFF2-40B4-BE49-F238E27FC236}">
                <a16:creationId xmlns:a16="http://schemas.microsoft.com/office/drawing/2014/main" id="{3A484CB1-203C-B950-1CC8-BCA57BE27264}"/>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Pladsholder til tekst 48">
            <a:extLst>
              <a:ext uri="{FF2B5EF4-FFF2-40B4-BE49-F238E27FC236}">
                <a16:creationId xmlns:a16="http://schemas.microsoft.com/office/drawing/2014/main" id="{3DAD2AD7-87F3-6FD5-5423-CFF4B4E71907}"/>
              </a:ext>
            </a:extLst>
          </p:cNvPr>
          <p:cNvSpPr>
            <a:spLocks noGrp="1"/>
          </p:cNvSpPr>
          <p:nvPr>
            <p:ph type="body" sz="quarter" idx="11" hasCustomPrompt="1"/>
          </p:nvPr>
        </p:nvSpPr>
        <p:spPr>
          <a:xfrm>
            <a:off x="329383" y="1048517"/>
            <a:ext cx="2155055" cy="123111"/>
          </a:xfrm>
        </p:spPr>
        <p:txBody>
          <a:bodyPr wrap="square" lIns="0" tIns="0" rIns="0" bIns="0">
            <a:spAutoFit/>
          </a:bodyPr>
          <a:lstStyle>
            <a:lvl1pPr marL="0" indent="0">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This is a </a:t>
            </a:r>
            <a:r>
              <a:rPr lang="en-GB" err="1"/>
              <a:t>subheadline</a:t>
            </a:r>
            <a:endParaRPr lang="en-GB"/>
          </a:p>
        </p:txBody>
      </p:sp>
      <p:sp>
        <p:nvSpPr>
          <p:cNvPr id="6" name="Pladsholder til tekst 48">
            <a:extLst>
              <a:ext uri="{FF2B5EF4-FFF2-40B4-BE49-F238E27FC236}">
                <a16:creationId xmlns:a16="http://schemas.microsoft.com/office/drawing/2014/main" id="{265AC07E-C1B1-EB60-0439-8FD3DCB11CD1}"/>
              </a:ext>
            </a:extLst>
          </p:cNvPr>
          <p:cNvSpPr>
            <a:spLocks noGrp="1"/>
          </p:cNvSpPr>
          <p:nvPr>
            <p:ph type="body" sz="quarter" idx="12" hasCustomPrompt="1"/>
          </p:nvPr>
        </p:nvSpPr>
        <p:spPr>
          <a:xfrm>
            <a:off x="329382" y="525669"/>
            <a:ext cx="2155055" cy="369332"/>
          </a:xfrm>
        </p:spPr>
        <p:txBody>
          <a:bodyPr wrap="square" lIns="0" tIns="0" rIns="0" bIns="0">
            <a:spAutoFit/>
          </a:bodyPr>
          <a:lstStyle>
            <a:lvl1pPr marL="0" indent="0">
              <a:buNone/>
              <a:defRPr sz="2400" b="0" i="0">
                <a:solidFill>
                  <a:schemeClr val="tx1"/>
                </a:solidFill>
                <a:latin typeface="PP Eiko Light" pitchFamily="2" charset="-128"/>
                <a:ea typeface="PP Eiko Light" pitchFamily="2" charset="-128"/>
                <a:cs typeface="Arial" panose="020B0604020202020204" pitchFamily="34" charset="0"/>
              </a:defRPr>
            </a:lvl1pPr>
          </a:lstStyle>
          <a:p>
            <a:pPr lvl="0"/>
            <a:r>
              <a:rPr lang="en-GB" dirty="0"/>
              <a:t>Headline</a:t>
            </a:r>
          </a:p>
        </p:txBody>
      </p:sp>
      <p:sp>
        <p:nvSpPr>
          <p:cNvPr id="7" name="Pladsholder til tekst 48">
            <a:extLst>
              <a:ext uri="{FF2B5EF4-FFF2-40B4-BE49-F238E27FC236}">
                <a16:creationId xmlns:a16="http://schemas.microsoft.com/office/drawing/2014/main" id="{4F34A45E-16A3-E7EA-6372-3CDC1905DD27}"/>
              </a:ext>
            </a:extLst>
          </p:cNvPr>
          <p:cNvSpPr>
            <a:spLocks noGrp="1"/>
          </p:cNvSpPr>
          <p:nvPr>
            <p:ph type="body" sz="quarter" idx="32" hasCustomPrompt="1"/>
          </p:nvPr>
        </p:nvSpPr>
        <p:spPr>
          <a:xfrm>
            <a:off x="329382" y="1397669"/>
            <a:ext cx="2155055" cy="246606"/>
          </a:xfrm>
        </p:spPr>
        <p:txBody>
          <a:bodyPr wrap="square" lIns="0" tIns="0" rIns="0" bIns="0">
            <a:spAutoFit/>
          </a:bodyPr>
          <a:lstStyle>
            <a:lvl1pPr marL="0" indent="0">
              <a:lnSpc>
                <a:spcPct val="120000"/>
              </a:lnSpc>
              <a:spcAft>
                <a:spcPts val="300"/>
              </a:spcAft>
              <a:buNone/>
              <a:defRPr sz="7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Add text here. Add more text here. Add placeholder text here.</a:t>
            </a:r>
          </a:p>
        </p:txBody>
      </p:sp>
      <p:sp>
        <p:nvSpPr>
          <p:cNvPr id="8" name="Rektangel 7">
            <a:extLst>
              <a:ext uri="{FF2B5EF4-FFF2-40B4-BE49-F238E27FC236}">
                <a16:creationId xmlns:a16="http://schemas.microsoft.com/office/drawing/2014/main" id="{7262EB12-97ED-C0FC-88AE-C4E48EB2320C}"/>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spTree>
    <p:extLst>
      <p:ext uri="{BB962C8B-B14F-4D97-AF65-F5344CB8AC3E}">
        <p14:creationId xmlns:p14="http://schemas.microsoft.com/office/powerpoint/2010/main" val="2591497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bar1">
    <p:spTree>
      <p:nvGrpSpPr>
        <p:cNvPr id="1" name=""/>
        <p:cNvGrpSpPr/>
        <p:nvPr/>
      </p:nvGrpSpPr>
      <p:grpSpPr>
        <a:xfrm>
          <a:off x="0" y="0"/>
          <a:ext cx="0" cy="0"/>
          <a:chOff x="0" y="0"/>
          <a:chExt cx="0" cy="0"/>
        </a:xfrm>
      </p:grpSpPr>
      <p:sp>
        <p:nvSpPr>
          <p:cNvPr id="9" name="Rektangel 2">
            <a:extLst>
              <a:ext uri="{FF2B5EF4-FFF2-40B4-BE49-F238E27FC236}">
                <a16:creationId xmlns:a16="http://schemas.microsoft.com/office/drawing/2014/main" id="{AE7F6355-7E8E-8C67-92CF-AA88781329EF}"/>
              </a:ext>
            </a:extLst>
          </p:cNvPr>
          <p:cNvSpPr/>
          <p:nvPr userDrawn="1"/>
        </p:nvSpPr>
        <p:spPr>
          <a:xfrm>
            <a:off x="119301" y="112692"/>
            <a:ext cx="8905398" cy="148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Lige forbindelse 3">
            <a:extLst>
              <a:ext uri="{FF2B5EF4-FFF2-40B4-BE49-F238E27FC236}">
                <a16:creationId xmlns:a16="http://schemas.microsoft.com/office/drawing/2014/main" id="{C092BCD2-5C0E-497A-0B11-F8C202F1AA0F}"/>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Rektangel 4">
            <a:extLst>
              <a:ext uri="{FF2B5EF4-FFF2-40B4-BE49-F238E27FC236}">
                <a16:creationId xmlns:a16="http://schemas.microsoft.com/office/drawing/2014/main" id="{BB98B3C1-CBFD-0213-E94B-4CF619A20EB2}"/>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cxnSp>
        <p:nvCxnSpPr>
          <p:cNvPr id="6" name="Lige forbindelse 5">
            <a:extLst>
              <a:ext uri="{FF2B5EF4-FFF2-40B4-BE49-F238E27FC236}">
                <a16:creationId xmlns:a16="http://schemas.microsoft.com/office/drawing/2014/main" id="{6F084544-D4BD-5CDE-D3DD-87E6D80D135B}"/>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7" name="Pladsholder til tekst 48">
            <a:extLst>
              <a:ext uri="{FF2B5EF4-FFF2-40B4-BE49-F238E27FC236}">
                <a16:creationId xmlns:a16="http://schemas.microsoft.com/office/drawing/2014/main" id="{AB12190E-4D03-DF3F-7096-5CB5BDF1D50F}"/>
              </a:ext>
            </a:extLst>
          </p:cNvPr>
          <p:cNvSpPr>
            <a:spLocks noGrp="1"/>
          </p:cNvSpPr>
          <p:nvPr>
            <p:ph type="body" sz="quarter" idx="11" hasCustomPrompt="1"/>
          </p:nvPr>
        </p:nvSpPr>
        <p:spPr>
          <a:xfrm>
            <a:off x="329383" y="1048517"/>
            <a:ext cx="2729730" cy="123111"/>
          </a:xfrm>
        </p:spPr>
        <p:txBody>
          <a:bodyPr wrap="square" lIns="0" tIns="0" rIns="0" bIns="0">
            <a:spAutoFit/>
          </a:bodyPr>
          <a:lstStyle>
            <a:lvl1pPr marL="0" indent="0">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This is a </a:t>
            </a:r>
            <a:r>
              <a:rPr lang="en-GB" err="1"/>
              <a:t>subheadline</a:t>
            </a:r>
            <a:endParaRPr lang="en-GB"/>
          </a:p>
        </p:txBody>
      </p:sp>
      <p:sp>
        <p:nvSpPr>
          <p:cNvPr id="8" name="Pladsholder til tekst 48">
            <a:extLst>
              <a:ext uri="{FF2B5EF4-FFF2-40B4-BE49-F238E27FC236}">
                <a16:creationId xmlns:a16="http://schemas.microsoft.com/office/drawing/2014/main" id="{12B06AB6-F6C8-CDF2-A10D-2C32B15A9901}"/>
              </a:ext>
            </a:extLst>
          </p:cNvPr>
          <p:cNvSpPr>
            <a:spLocks noGrp="1"/>
          </p:cNvSpPr>
          <p:nvPr>
            <p:ph type="body" sz="quarter" idx="12" hasCustomPrompt="1"/>
          </p:nvPr>
        </p:nvSpPr>
        <p:spPr>
          <a:xfrm>
            <a:off x="329382" y="525669"/>
            <a:ext cx="2729731" cy="369332"/>
          </a:xfrm>
        </p:spPr>
        <p:txBody>
          <a:bodyPr wrap="square" lIns="0" tIns="0" rIns="0" bIns="0">
            <a:spAutoFit/>
          </a:bodyPr>
          <a:lstStyle>
            <a:lvl1pPr marL="0" indent="0">
              <a:buNone/>
              <a:defRPr sz="2400" b="0" i="0">
                <a:solidFill>
                  <a:schemeClr val="tx1"/>
                </a:solidFill>
                <a:latin typeface="PP Eiko Light" pitchFamily="2" charset="-128"/>
                <a:ea typeface="PP Eiko Light" pitchFamily="2" charset="-128"/>
                <a:cs typeface="Arial" panose="020B0604020202020204" pitchFamily="34" charset="0"/>
              </a:defRPr>
            </a:lvl1pPr>
          </a:lstStyle>
          <a:p>
            <a:pPr lvl="0"/>
            <a:r>
              <a:rPr lang="en-GB"/>
              <a:t>Headline</a:t>
            </a:r>
          </a:p>
        </p:txBody>
      </p:sp>
      <p:sp>
        <p:nvSpPr>
          <p:cNvPr id="26" name="Pladsholder til tekst 48">
            <a:extLst>
              <a:ext uri="{FF2B5EF4-FFF2-40B4-BE49-F238E27FC236}">
                <a16:creationId xmlns:a16="http://schemas.microsoft.com/office/drawing/2014/main" id="{8818F541-C654-78EF-D974-AEE41ADE6143}"/>
              </a:ext>
            </a:extLst>
          </p:cNvPr>
          <p:cNvSpPr>
            <a:spLocks noGrp="1"/>
          </p:cNvSpPr>
          <p:nvPr>
            <p:ph type="body" sz="quarter" idx="13" hasCustomPrompt="1"/>
          </p:nvPr>
        </p:nvSpPr>
        <p:spPr>
          <a:xfrm>
            <a:off x="4644323" y="1043260"/>
            <a:ext cx="2735965" cy="123111"/>
          </a:xfrm>
        </p:spPr>
        <p:txBody>
          <a:bodyPr wrap="square" lIns="0" tIns="0" rIns="0" bIns="0">
            <a:spAutoFit/>
          </a:bodyPr>
          <a:lstStyle>
            <a:lvl1pPr marL="0" indent="0">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This is a </a:t>
            </a:r>
            <a:r>
              <a:rPr lang="en-GB" err="1"/>
              <a:t>subheadline</a:t>
            </a:r>
            <a:endParaRPr lang="en-GB"/>
          </a:p>
        </p:txBody>
      </p:sp>
    </p:spTree>
    <p:extLst>
      <p:ext uri="{BB962C8B-B14F-4D97-AF65-F5344CB8AC3E}">
        <p14:creationId xmlns:p14="http://schemas.microsoft.com/office/powerpoint/2010/main" val="2012861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lain1">
    <p:spTree>
      <p:nvGrpSpPr>
        <p:cNvPr id="1" name=""/>
        <p:cNvGrpSpPr/>
        <p:nvPr/>
      </p:nvGrpSpPr>
      <p:grpSpPr>
        <a:xfrm>
          <a:off x="0" y="0"/>
          <a:ext cx="0" cy="0"/>
          <a:chOff x="0" y="0"/>
          <a:chExt cx="0" cy="0"/>
        </a:xfrm>
      </p:grpSpPr>
      <p:cxnSp>
        <p:nvCxnSpPr>
          <p:cNvPr id="2" name="Lige forbindelse 1">
            <a:extLst>
              <a:ext uri="{FF2B5EF4-FFF2-40B4-BE49-F238E27FC236}">
                <a16:creationId xmlns:a16="http://schemas.microsoft.com/office/drawing/2014/main" id="{F974108A-C1AC-C31E-CB99-15AC4048145E}"/>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3" name="Lige forbindelse 2">
            <a:extLst>
              <a:ext uri="{FF2B5EF4-FFF2-40B4-BE49-F238E27FC236}">
                <a16:creationId xmlns:a16="http://schemas.microsoft.com/office/drawing/2014/main" id="{39C6254D-1EA4-B866-F062-315059682F2E}"/>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4" name="Pladsholder til tekst 48">
            <a:extLst>
              <a:ext uri="{FF2B5EF4-FFF2-40B4-BE49-F238E27FC236}">
                <a16:creationId xmlns:a16="http://schemas.microsoft.com/office/drawing/2014/main" id="{6860E101-B048-9A20-C56F-15EDCE8CA5FB}"/>
              </a:ext>
            </a:extLst>
          </p:cNvPr>
          <p:cNvSpPr>
            <a:spLocks noGrp="1"/>
          </p:cNvSpPr>
          <p:nvPr>
            <p:ph type="body" sz="quarter" idx="12" hasCustomPrompt="1"/>
          </p:nvPr>
        </p:nvSpPr>
        <p:spPr>
          <a:xfrm>
            <a:off x="329382" y="524477"/>
            <a:ext cx="2729731" cy="369332"/>
          </a:xfrm>
        </p:spPr>
        <p:txBody>
          <a:bodyPr wrap="square" lIns="0" tIns="0" rIns="0" bIns="0">
            <a:spAutoFit/>
          </a:bodyPr>
          <a:lstStyle>
            <a:lvl1pPr marL="0" indent="0">
              <a:buNone/>
              <a:defRPr sz="2400" b="0" i="0">
                <a:solidFill>
                  <a:schemeClr val="tx1"/>
                </a:solidFill>
                <a:latin typeface="PP Eiko Light" pitchFamily="2" charset="-128"/>
                <a:ea typeface="PP Eiko Light" pitchFamily="2" charset="-128"/>
                <a:cs typeface="Arial" panose="020B0604020202020204" pitchFamily="34" charset="0"/>
              </a:defRPr>
            </a:lvl1pPr>
          </a:lstStyle>
          <a:p>
            <a:pPr lvl="0"/>
            <a:r>
              <a:rPr lang="en-GB"/>
              <a:t>Headline</a:t>
            </a:r>
          </a:p>
        </p:txBody>
      </p:sp>
      <p:sp>
        <p:nvSpPr>
          <p:cNvPr id="5" name="Pladsholder til tekst 48">
            <a:extLst>
              <a:ext uri="{FF2B5EF4-FFF2-40B4-BE49-F238E27FC236}">
                <a16:creationId xmlns:a16="http://schemas.microsoft.com/office/drawing/2014/main" id="{0043A47A-2695-B561-D1C2-2E4678F7BF25}"/>
              </a:ext>
            </a:extLst>
          </p:cNvPr>
          <p:cNvSpPr>
            <a:spLocks noGrp="1"/>
          </p:cNvSpPr>
          <p:nvPr>
            <p:ph type="body" sz="quarter" idx="14" hasCustomPrompt="1"/>
          </p:nvPr>
        </p:nvSpPr>
        <p:spPr>
          <a:xfrm>
            <a:off x="323850" y="1047870"/>
            <a:ext cx="2735264" cy="281872"/>
          </a:xfrm>
        </p:spPr>
        <p:txBody>
          <a:bodyPr wrap="square" lIns="0" tIns="0" rIns="0" bIns="0">
            <a:spAutoFit/>
          </a:bodyPr>
          <a:lstStyle>
            <a:lvl1pPr marL="0" indent="0">
              <a:lnSpc>
                <a:spcPct val="120000"/>
              </a:lnSpc>
              <a:spcAft>
                <a:spcPts val="300"/>
              </a:spcAft>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Add text here. Add text here. Add text here. Add text here. Add text here.  </a:t>
            </a:r>
          </a:p>
        </p:txBody>
      </p:sp>
      <p:sp>
        <p:nvSpPr>
          <p:cNvPr id="6" name="Rektangel 5">
            <a:extLst>
              <a:ext uri="{FF2B5EF4-FFF2-40B4-BE49-F238E27FC236}">
                <a16:creationId xmlns:a16="http://schemas.microsoft.com/office/drawing/2014/main" id="{EECB25FC-ADFC-AC50-BA28-0B684D647A2D}"/>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spTree>
    <p:extLst>
      <p:ext uri="{BB962C8B-B14F-4D97-AF65-F5344CB8AC3E}">
        <p14:creationId xmlns:p14="http://schemas.microsoft.com/office/powerpoint/2010/main" val="2070038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3850" y="520700"/>
            <a:ext cx="7921625" cy="555055"/>
          </a:xfrm>
          <a:prstGeom prst="rect">
            <a:avLst/>
          </a:prstGeom>
        </p:spPr>
        <p:txBody>
          <a:bodyPr vert="horz" lIns="0" tIns="0" rIns="0" bIns="0" rtlCol="0" anchor="t">
            <a:normAutofit/>
          </a:bodyPr>
          <a:lstStyle/>
          <a:p>
            <a:r>
              <a:rPr lang="en-US"/>
              <a:t>Click to edit Master title style</a:t>
            </a:r>
            <a:endParaRPr lang="de-CH" dirty="0"/>
          </a:p>
        </p:txBody>
      </p:sp>
      <p:sp>
        <p:nvSpPr>
          <p:cNvPr id="3" name="Text Placeholder 2"/>
          <p:cNvSpPr>
            <a:spLocks noGrp="1"/>
          </p:cNvSpPr>
          <p:nvPr>
            <p:ph type="body" idx="1"/>
          </p:nvPr>
        </p:nvSpPr>
        <p:spPr>
          <a:xfrm>
            <a:off x="323851" y="1257632"/>
            <a:ext cx="3014513" cy="322388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Tree>
    <p:extLst>
      <p:ext uri="{BB962C8B-B14F-4D97-AF65-F5344CB8AC3E}">
        <p14:creationId xmlns:p14="http://schemas.microsoft.com/office/powerpoint/2010/main" val="2067578280"/>
      </p:ext>
    </p:extLst>
  </p:cSld>
  <p:clrMap bg1="lt1" tx1="dk1" bg2="lt2" tx2="dk2" accent1="accent1" accent2="accent2" accent3="accent3" accent4="accent4" accent5="accent5" accent6="accent6" hlink="hlink" folHlink="folHlink"/>
  <p:sldLayoutIdLst>
    <p:sldLayoutId id="2147483957" r:id="rId1"/>
    <p:sldLayoutId id="2147483956" r:id="rId2"/>
    <p:sldLayoutId id="2147483970" r:id="rId3"/>
    <p:sldLayoutId id="2147483983" r:id="rId4"/>
    <p:sldLayoutId id="2147483982" r:id="rId5"/>
    <p:sldLayoutId id="2147483977" r:id="rId6"/>
    <p:sldLayoutId id="2147483975" r:id="rId7"/>
    <p:sldLayoutId id="2147483989" r:id="rId8"/>
    <p:sldLayoutId id="2147483987" r:id="rId9"/>
    <p:sldLayoutId id="2147483988" r:id="rId10"/>
    <p:sldLayoutId id="2147484001" r:id="rId11"/>
    <p:sldLayoutId id="2147483984" r:id="rId12"/>
    <p:sldLayoutId id="2147483985" r:id="rId13"/>
    <p:sldLayoutId id="2147483986" r:id="rId14"/>
  </p:sldLayoutIdLst>
  <p:hf hdr="0" ftr="0" dt="0"/>
  <p:txStyles>
    <p:titleStyle>
      <a:lvl1pPr algn="l" defTabSz="1125437" rtl="0" eaLnBrk="1" latinLnBrk="0" hangingPunct="1">
        <a:spcBef>
          <a:spcPct val="0"/>
        </a:spcBef>
        <a:buNone/>
        <a:defRPr sz="2400" b="0" kern="1200">
          <a:solidFill>
            <a:schemeClr val="tx1"/>
          </a:solidFill>
          <a:latin typeface="PP Eiko Light" pitchFamily="2" charset="-128"/>
          <a:ea typeface="PP Eiko Light" pitchFamily="2" charset="-128"/>
          <a:cs typeface="Arial" panose="020B0604020202020204" pitchFamily="34" charset="0"/>
        </a:defRPr>
      </a:lvl1pPr>
    </p:titleStyle>
    <p:bodyStyle>
      <a:lvl1pPr marL="0" indent="0" algn="l" defTabSz="1125437" rtl="0" eaLnBrk="1" latinLnBrk="0" hangingPunct="1">
        <a:spcBef>
          <a:spcPts val="0"/>
        </a:spcBef>
        <a:buFont typeface="Arial" panose="020B0604020202020204" pitchFamily="34" charset="0"/>
        <a:buNone/>
        <a:defRPr sz="1000" kern="1200">
          <a:solidFill>
            <a:schemeClr val="accent6"/>
          </a:solidFill>
          <a:latin typeface="Arial" panose="020B0604020202020204" pitchFamily="34" charset="0"/>
          <a:ea typeface="+mn-ea"/>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p:bodyStyle>
    <p:otherStyle>
      <a:defPPr>
        <a:defRPr lang="de-DE"/>
      </a:defPPr>
      <a:lvl1pPr marL="0" algn="l" defTabSz="1125437" rtl="0" eaLnBrk="1" latinLnBrk="0" hangingPunct="1">
        <a:defRPr sz="2215" kern="1200">
          <a:solidFill>
            <a:schemeClr val="tx1"/>
          </a:solidFill>
          <a:latin typeface="+mn-lt"/>
          <a:ea typeface="+mn-ea"/>
          <a:cs typeface="+mn-cs"/>
        </a:defRPr>
      </a:lvl1pPr>
      <a:lvl2pPr marL="562719" algn="l" defTabSz="1125437" rtl="0" eaLnBrk="1" latinLnBrk="0" hangingPunct="1">
        <a:defRPr sz="2215" kern="1200">
          <a:solidFill>
            <a:schemeClr val="tx1"/>
          </a:solidFill>
          <a:latin typeface="+mn-lt"/>
          <a:ea typeface="+mn-ea"/>
          <a:cs typeface="+mn-cs"/>
        </a:defRPr>
      </a:lvl2pPr>
      <a:lvl3pPr marL="1125437" algn="l" defTabSz="1125437" rtl="0" eaLnBrk="1" latinLnBrk="0" hangingPunct="1">
        <a:defRPr sz="2215" kern="1200">
          <a:solidFill>
            <a:schemeClr val="tx1"/>
          </a:solidFill>
          <a:latin typeface="+mn-lt"/>
          <a:ea typeface="+mn-ea"/>
          <a:cs typeface="+mn-cs"/>
        </a:defRPr>
      </a:lvl3pPr>
      <a:lvl4pPr marL="1688155" algn="l" defTabSz="1125437" rtl="0" eaLnBrk="1" latinLnBrk="0" hangingPunct="1">
        <a:defRPr sz="2215" kern="1200">
          <a:solidFill>
            <a:schemeClr val="tx1"/>
          </a:solidFill>
          <a:latin typeface="+mn-lt"/>
          <a:ea typeface="+mn-ea"/>
          <a:cs typeface="+mn-cs"/>
        </a:defRPr>
      </a:lvl4pPr>
      <a:lvl5pPr marL="2250874" algn="l" defTabSz="1125437" rtl="0" eaLnBrk="1" latinLnBrk="0" hangingPunct="1">
        <a:defRPr sz="2215" kern="1200">
          <a:solidFill>
            <a:schemeClr val="tx1"/>
          </a:solidFill>
          <a:latin typeface="+mn-lt"/>
          <a:ea typeface="+mn-ea"/>
          <a:cs typeface="+mn-cs"/>
        </a:defRPr>
      </a:lvl5pPr>
      <a:lvl6pPr marL="2813593" algn="l" defTabSz="1125437" rtl="0" eaLnBrk="1" latinLnBrk="0" hangingPunct="1">
        <a:defRPr sz="2215" kern="1200">
          <a:solidFill>
            <a:schemeClr val="tx1"/>
          </a:solidFill>
          <a:latin typeface="+mn-lt"/>
          <a:ea typeface="+mn-ea"/>
          <a:cs typeface="+mn-cs"/>
        </a:defRPr>
      </a:lvl6pPr>
      <a:lvl7pPr marL="3376312" algn="l" defTabSz="1125437" rtl="0" eaLnBrk="1" latinLnBrk="0" hangingPunct="1">
        <a:defRPr sz="2215" kern="1200">
          <a:solidFill>
            <a:schemeClr val="tx1"/>
          </a:solidFill>
          <a:latin typeface="+mn-lt"/>
          <a:ea typeface="+mn-ea"/>
          <a:cs typeface="+mn-cs"/>
        </a:defRPr>
      </a:lvl7pPr>
      <a:lvl8pPr marL="3939029" algn="l" defTabSz="1125437" rtl="0" eaLnBrk="1" latinLnBrk="0" hangingPunct="1">
        <a:defRPr sz="2215" kern="1200">
          <a:solidFill>
            <a:schemeClr val="tx1"/>
          </a:solidFill>
          <a:latin typeface="+mn-lt"/>
          <a:ea typeface="+mn-ea"/>
          <a:cs typeface="+mn-cs"/>
        </a:defRPr>
      </a:lvl8pPr>
      <a:lvl9pPr marL="4501748" algn="l" defTabSz="1125437" rtl="0" eaLnBrk="1" latinLnBrk="0" hangingPunct="1">
        <a:defRPr sz="22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userDrawn="1">
          <p15:clr>
            <a:srgbClr val="F26B43"/>
          </p15:clr>
        </p15:guide>
        <p15:guide id="2" pos="204" userDrawn="1">
          <p15:clr>
            <a:srgbClr val="F26B43"/>
          </p15:clr>
        </p15:guide>
        <p15:guide id="3" pos="5556" userDrawn="1">
          <p15:clr>
            <a:srgbClr val="F26B43"/>
          </p15:clr>
        </p15:guide>
        <p15:guide id="5" orient="horz" pos="328" userDrawn="1">
          <p15:clr>
            <a:srgbClr val="F26B43"/>
          </p15:clr>
        </p15:guide>
        <p15:guide id="6" pos="2835" userDrawn="1">
          <p15:clr>
            <a:srgbClr val="F26B43"/>
          </p15:clr>
        </p15:guide>
        <p15:guide id="7" pos="567" userDrawn="1">
          <p15:clr>
            <a:srgbClr val="F26B43"/>
          </p15:clr>
        </p15:guide>
        <p15:guide id="8" pos="1020" userDrawn="1">
          <p15:clr>
            <a:srgbClr val="F26B43"/>
          </p15:clr>
        </p15:guide>
        <p15:guide id="9" pos="1474" userDrawn="1">
          <p15:clr>
            <a:srgbClr val="F26B43"/>
          </p15:clr>
        </p15:guide>
        <p15:guide id="10" pos="1927" userDrawn="1">
          <p15:clr>
            <a:srgbClr val="F26B43"/>
          </p15:clr>
        </p15:guide>
        <p15:guide id="11" pos="2381" userDrawn="1">
          <p15:clr>
            <a:srgbClr val="F26B43"/>
          </p15:clr>
        </p15:guide>
        <p15:guide id="12" pos="3288" userDrawn="1">
          <p15:clr>
            <a:srgbClr val="F26B43"/>
          </p15:clr>
        </p15:guide>
        <p15:guide id="13" pos="3742" userDrawn="1">
          <p15:clr>
            <a:srgbClr val="F26B43"/>
          </p15:clr>
        </p15:guide>
        <p15:guide id="14" pos="4195" userDrawn="1">
          <p15:clr>
            <a:srgbClr val="F26B43"/>
          </p15:clr>
        </p15:guide>
        <p15:guide id="15" pos="4649" userDrawn="1">
          <p15:clr>
            <a:srgbClr val="F26B43"/>
          </p15:clr>
        </p15:guide>
        <p15:guide id="16" pos="5103" userDrawn="1">
          <p15:clr>
            <a:srgbClr val="F26B43"/>
          </p15:clr>
        </p15:guide>
        <p15:guide id="17" pos="657" userDrawn="1">
          <p15:clr>
            <a:srgbClr val="F26B43"/>
          </p15:clr>
        </p15:guide>
        <p15:guide id="18" pos="1111" userDrawn="1">
          <p15:clr>
            <a:srgbClr val="F26B43"/>
          </p15:clr>
        </p15:guide>
        <p15:guide id="19" pos="1565" userDrawn="1">
          <p15:clr>
            <a:srgbClr val="F26B43"/>
          </p15:clr>
        </p15:guide>
        <p15:guide id="20" pos="2018" userDrawn="1">
          <p15:clr>
            <a:srgbClr val="F26B43"/>
          </p15:clr>
        </p15:guide>
        <p15:guide id="21" pos="2472" userDrawn="1">
          <p15:clr>
            <a:srgbClr val="F26B43"/>
          </p15:clr>
        </p15:guide>
        <p15:guide id="22" pos="2925" userDrawn="1">
          <p15:clr>
            <a:srgbClr val="F26B43"/>
          </p15:clr>
        </p15:guide>
        <p15:guide id="23" pos="3379" userDrawn="1">
          <p15:clr>
            <a:srgbClr val="F26B43"/>
          </p15:clr>
        </p15:guide>
        <p15:guide id="24" pos="3833" userDrawn="1">
          <p15:clr>
            <a:srgbClr val="F26B43"/>
          </p15:clr>
        </p15:guide>
        <p15:guide id="25" pos="4286" userDrawn="1">
          <p15:clr>
            <a:srgbClr val="F26B43"/>
          </p15:clr>
        </p15:guide>
        <p15:guide id="26" pos="4740" userDrawn="1">
          <p15:clr>
            <a:srgbClr val="F26B43"/>
          </p15:clr>
        </p15:guide>
        <p15:guide id="27" pos="5193" userDrawn="1">
          <p15:clr>
            <a:srgbClr val="F26B43"/>
          </p15:clr>
        </p15:guide>
        <p15:guide id="28" orient="horz" pos="2913" userDrawn="1">
          <p15:clr>
            <a:srgbClr val="F26B43"/>
          </p15:clr>
        </p15:guide>
        <p15:guide id="29" orient="horz" pos="304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4652E-B1CB-261F-DBE0-65EBDBD5BFF1}"/>
            </a:ext>
          </a:extLst>
        </p:cNvPr>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EC7026D1-2A14-2FFB-F5F0-201619693CBF}"/>
              </a:ext>
            </a:extLst>
          </p:cNvPr>
          <p:cNvSpPr txBox="1">
            <a:spLocks/>
          </p:cNvSpPr>
          <p:nvPr/>
        </p:nvSpPr>
        <p:spPr>
          <a:xfrm>
            <a:off x="289698" y="2266787"/>
            <a:ext cx="3530935" cy="2262158"/>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fr-CH" dirty="0"/>
              <a:t>Mission critical software</a:t>
            </a:r>
            <a:endParaRPr lang="en-GB" dirty="0"/>
          </a:p>
          <a:p>
            <a:endParaRPr lang="en-GB" dirty="0"/>
          </a:p>
          <a:p>
            <a:r>
              <a:rPr lang="en-GB" sz="1800" dirty="0"/>
              <a:t>Defensible moats versus AI disruption risk</a:t>
            </a:r>
          </a:p>
        </p:txBody>
      </p:sp>
      <p:sp>
        <p:nvSpPr>
          <p:cNvPr id="5" name="Rectangle: Single Corner Snipped 4">
            <a:extLst>
              <a:ext uri="{FF2B5EF4-FFF2-40B4-BE49-F238E27FC236}">
                <a16:creationId xmlns:a16="http://schemas.microsoft.com/office/drawing/2014/main" id="{75224232-BF54-86BD-52EF-013CD64151A7}"/>
              </a:ext>
            </a:extLst>
          </p:cNvPr>
          <p:cNvSpPr/>
          <p:nvPr/>
        </p:nvSpPr>
        <p:spPr>
          <a:xfrm>
            <a:off x="4501652" y="101555"/>
            <a:ext cx="4505548" cy="4931246"/>
          </a:xfrm>
          <a:prstGeom prst="snip1Rect">
            <a:avLst>
              <a:gd name="adj" fmla="val 29312"/>
            </a:avLst>
          </a:prstGeom>
          <a:noFill/>
          <a:ln w="19050" cap="rnd">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a:lnSpc>
                <a:spcPct val="87000"/>
              </a:lnSpc>
              <a:spcAft>
                <a:spcPts val="300"/>
              </a:spcAft>
            </a:pPr>
            <a:endParaRPr lang="en-GB" sz="1000" dirty="0">
              <a:solidFill>
                <a:schemeClr val="tx2"/>
              </a:solidFill>
              <a:latin typeface="EpocaClassic-Light"/>
              <a:cs typeface="Arial" panose="020B0604020202020204" pitchFamily="34" charset="0"/>
            </a:endParaRPr>
          </a:p>
        </p:txBody>
      </p:sp>
      <p:sp>
        <p:nvSpPr>
          <p:cNvPr id="6" name="Pladsholder til tekst 48">
            <a:extLst>
              <a:ext uri="{FF2B5EF4-FFF2-40B4-BE49-F238E27FC236}">
                <a16:creationId xmlns:a16="http://schemas.microsoft.com/office/drawing/2014/main" id="{EA69041E-691D-47E2-CF61-0C507BE3E8CD}"/>
              </a:ext>
            </a:extLst>
          </p:cNvPr>
          <p:cNvSpPr txBox="1">
            <a:spLocks/>
          </p:cNvSpPr>
          <p:nvPr/>
        </p:nvSpPr>
        <p:spPr>
          <a:xfrm>
            <a:off x="329742" y="4749766"/>
            <a:ext cx="1289508" cy="123111"/>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800" b="1" i="0" kern="1200" spc="200" baseline="0">
                <a:solidFill>
                  <a:schemeClr val="bg1"/>
                </a:solidFill>
                <a:latin typeface="Arial" panose="020B0604020202020204" pitchFamily="34" charset="0"/>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b="0" dirty="0"/>
              <a:t> 03 MARCH 2026</a:t>
            </a:r>
          </a:p>
        </p:txBody>
      </p:sp>
      <p:pic>
        <p:nvPicPr>
          <p:cNvPr id="8" name="Picture 7">
            <a:extLst>
              <a:ext uri="{FF2B5EF4-FFF2-40B4-BE49-F238E27FC236}">
                <a16:creationId xmlns:a16="http://schemas.microsoft.com/office/drawing/2014/main" id="{F27AA76D-3B21-B467-DDD8-7C092D277538}"/>
              </a:ext>
            </a:extLst>
          </p:cNvPr>
          <p:cNvPicPr>
            <a:picLocks noChangeAspect="1"/>
          </p:cNvPicPr>
          <p:nvPr/>
        </p:nvPicPr>
        <p:blipFill>
          <a:blip r:embed="rId3"/>
          <a:srcRect l="8633" t="218" r="-1" b="-218"/>
          <a:stretch>
            <a:fillRect/>
          </a:stretch>
        </p:blipFill>
        <p:spPr>
          <a:xfrm>
            <a:off x="4501652" y="112286"/>
            <a:ext cx="4505549" cy="4931247"/>
          </a:xfrm>
          <a:prstGeom prst="snip1Rect">
            <a:avLst>
              <a:gd name="adj" fmla="val 28571"/>
            </a:avLst>
          </a:prstGeom>
        </p:spPr>
      </p:pic>
    </p:spTree>
    <p:extLst>
      <p:ext uri="{BB962C8B-B14F-4D97-AF65-F5344CB8AC3E}">
        <p14:creationId xmlns:p14="http://schemas.microsoft.com/office/powerpoint/2010/main" val="274645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D47F-7E0B-9CF2-860F-64BFF79969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11FDAAB-8103-B547-4E23-6D412436F2A0}"/>
              </a:ext>
            </a:extLst>
          </p:cNvPr>
          <p:cNvSpPr/>
          <p:nvPr/>
        </p:nvSpPr>
        <p:spPr>
          <a:xfrm>
            <a:off x="323999" y="525669"/>
            <a:ext cx="2735114" cy="738664"/>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Global IT spend surpasses USD 6tr</a:t>
            </a:r>
          </a:p>
        </p:txBody>
      </p:sp>
      <p:sp>
        <p:nvSpPr>
          <p:cNvPr id="3" name="Rectangle 2">
            <a:extLst>
              <a:ext uri="{FF2B5EF4-FFF2-40B4-BE49-F238E27FC236}">
                <a16:creationId xmlns:a16="http://schemas.microsoft.com/office/drawing/2014/main" id="{2C5D1C37-D1BA-A48B-F823-EA385A77E35F}"/>
              </a:ext>
            </a:extLst>
          </p:cNvPr>
          <p:cNvSpPr/>
          <p:nvPr/>
        </p:nvSpPr>
        <p:spPr>
          <a:xfrm>
            <a:off x="323999" y="1868784"/>
            <a:ext cx="2610119" cy="189795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gn="l">
              <a:spcAft>
                <a:spcPts val="2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USD 6.15tr total in 2026, +10.8% YoY</a:t>
            </a:r>
            <a:r>
              <a:rPr lang="en-GB" sz="1000" dirty="0">
                <a:solidFill>
                  <a:schemeClr val="accent6"/>
                </a:solidFill>
                <a:latin typeface="Arial" panose="020B0604020202020204" pitchFamily="34" charset="0"/>
                <a:cs typeface="Arial" panose="020B0604020202020204" pitchFamily="34" charset="0"/>
              </a:rPr>
              <a:t>: Worldwide IT spending is expected to reach USD6.15 trillion in 2026</a:t>
            </a:r>
          </a:p>
          <a:p>
            <a:pPr marL="171450" indent="-171450" algn="l">
              <a:spcAft>
                <a:spcPts val="2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Software up ~15% to USD 1.43tr</a:t>
            </a:r>
            <a:r>
              <a:rPr lang="en-GB" sz="1000" dirty="0">
                <a:solidFill>
                  <a:schemeClr val="accent6"/>
                </a:solidFill>
                <a:latin typeface="Arial" panose="020B0604020202020204" pitchFamily="34" charset="0"/>
                <a:cs typeface="Arial" panose="020B0604020202020204" pitchFamily="34" charset="0"/>
              </a:rPr>
              <a:t>: Gartner expects software to be the second fastest growing tech category, with spending rising nearly 15% year over year to USD1.43 trillion.</a:t>
            </a:r>
          </a:p>
          <a:p>
            <a:pPr marL="171450" indent="-171450" algn="l">
              <a:spcAft>
                <a:spcPts val="2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GenAI model spend +80.8%: </a:t>
            </a:r>
            <a:r>
              <a:rPr lang="en-GB" sz="1000" dirty="0">
                <a:solidFill>
                  <a:schemeClr val="accent6"/>
                </a:solidFill>
                <a:latin typeface="Arial" panose="020B0604020202020204" pitchFamily="34" charset="0"/>
                <a:cs typeface="Arial" panose="020B0604020202020204" pitchFamily="34" charset="0"/>
              </a:rPr>
              <a:t>Projections for generative AI model spending in 2026 remain unchanged, with growth expected at 80.8%.</a:t>
            </a:r>
          </a:p>
        </p:txBody>
      </p:sp>
      <p:pic>
        <p:nvPicPr>
          <p:cNvPr id="5" name="Picture 4">
            <a:extLst>
              <a:ext uri="{FF2B5EF4-FFF2-40B4-BE49-F238E27FC236}">
                <a16:creationId xmlns:a16="http://schemas.microsoft.com/office/drawing/2014/main" id="{E11ECD8C-B1D5-78ED-FC97-AABA53FC60F6}"/>
              </a:ext>
            </a:extLst>
          </p:cNvPr>
          <p:cNvPicPr>
            <a:picLocks noChangeAspect="1"/>
          </p:cNvPicPr>
          <p:nvPr/>
        </p:nvPicPr>
        <p:blipFill>
          <a:blip r:embed="rId2"/>
          <a:stretch>
            <a:fillRect/>
          </a:stretch>
        </p:blipFill>
        <p:spPr>
          <a:xfrm>
            <a:off x="3203031" y="753534"/>
            <a:ext cx="5616970" cy="3518752"/>
          </a:xfrm>
          <a:prstGeom prst="rect">
            <a:avLst/>
          </a:prstGeom>
        </p:spPr>
      </p:pic>
      <p:sp>
        <p:nvSpPr>
          <p:cNvPr id="6" name="TextBox 5">
            <a:extLst>
              <a:ext uri="{FF2B5EF4-FFF2-40B4-BE49-F238E27FC236}">
                <a16:creationId xmlns:a16="http://schemas.microsoft.com/office/drawing/2014/main" id="{5CD9F06C-6364-3E76-DE89-00D49B827A41}"/>
              </a:ext>
            </a:extLst>
          </p:cNvPr>
          <p:cNvSpPr txBox="1"/>
          <p:nvPr/>
        </p:nvSpPr>
        <p:spPr>
          <a:xfrm>
            <a:off x="3203031" y="4324484"/>
            <a:ext cx="1463542" cy="134139"/>
          </a:xfrm>
          <a:prstGeom prst="rect">
            <a:avLst/>
          </a:prstGeom>
          <a:noFill/>
        </p:spPr>
        <p:txBody>
          <a:bodyPr wrap="none" lIns="0" tIns="0" rIns="0" bIns="0" rtlCol="0">
            <a:spAutoFit/>
          </a:bodyPr>
          <a:lstStyle/>
          <a:p>
            <a:pPr algn="l">
              <a:lnSpc>
                <a:spcPct val="120000"/>
              </a:lnSpc>
            </a:pPr>
            <a:r>
              <a:rPr lang="fr-CH" sz="800" i="1" dirty="0">
                <a:latin typeface="+mj-lt"/>
              </a:rPr>
              <a:t>Source: Gartner, February 2026</a:t>
            </a:r>
            <a:endParaRPr lang="en-GB" sz="800" i="1" dirty="0">
              <a:latin typeface="+mj-lt"/>
            </a:endParaRPr>
          </a:p>
        </p:txBody>
      </p:sp>
    </p:spTree>
    <p:extLst>
      <p:ext uri="{BB962C8B-B14F-4D97-AF65-F5344CB8AC3E}">
        <p14:creationId xmlns:p14="http://schemas.microsoft.com/office/powerpoint/2010/main" val="4032712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02C7-07F0-A53A-6C4C-EFCE3E9840F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7913EB-608B-DC55-6501-9EA77CDD9541}"/>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A 47% multiple compression over past 12 months</a:t>
            </a:r>
          </a:p>
        </p:txBody>
      </p:sp>
      <p:sp>
        <p:nvSpPr>
          <p:cNvPr id="6" name="Rectangle 5">
            <a:extLst>
              <a:ext uri="{FF2B5EF4-FFF2-40B4-BE49-F238E27FC236}">
                <a16:creationId xmlns:a16="http://schemas.microsoft.com/office/drawing/2014/main" id="{0B68E26D-F8BB-B5B2-B492-863F9AC42BB0}"/>
              </a:ext>
            </a:extLst>
          </p:cNvPr>
          <p:cNvSpPr/>
          <p:nvPr/>
        </p:nvSpPr>
        <p:spPr>
          <a:xfrm>
            <a:off x="323998" y="1080000"/>
            <a:ext cx="6762602" cy="307777"/>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1000" dirty="0">
                <a:solidFill>
                  <a:srgbClr val="AD2A2B"/>
                </a:solidFill>
                <a:latin typeface="Arial" panose="020B0604020202020204" pitchFamily="34" charset="0"/>
                <a:cs typeface="Arial" panose="020B0604020202020204" pitchFamily="34" charset="0"/>
              </a:rPr>
              <a:t>Software has rerated from 51x to 27x P/E</a:t>
            </a:r>
            <a:r>
              <a:rPr lang="en-GB" sz="1000" dirty="0">
                <a:solidFill>
                  <a:schemeClr val="accent6"/>
                </a:solidFill>
                <a:latin typeface="Arial" panose="020B0604020202020204" pitchFamily="34" charset="0"/>
                <a:cs typeface="Arial" panose="020B0604020202020204" pitchFamily="34" charset="0"/>
              </a:rPr>
              <a:t>, moving from the most expensive industry in equities to the middle of the pack. Four sectors now trade at a higher multiple.</a:t>
            </a:r>
          </a:p>
        </p:txBody>
      </p:sp>
      <p:pic>
        <p:nvPicPr>
          <p:cNvPr id="2" name="Picture 1">
            <a:extLst>
              <a:ext uri="{FF2B5EF4-FFF2-40B4-BE49-F238E27FC236}">
                <a16:creationId xmlns:a16="http://schemas.microsoft.com/office/drawing/2014/main" id="{DB339B15-BB71-94AA-8A61-6B6788D9A231}"/>
              </a:ext>
            </a:extLst>
          </p:cNvPr>
          <p:cNvPicPr>
            <a:picLocks noChangeAspect="1"/>
          </p:cNvPicPr>
          <p:nvPr/>
        </p:nvPicPr>
        <p:blipFill>
          <a:blip r:embed="rId2"/>
          <a:stretch>
            <a:fillRect/>
          </a:stretch>
        </p:blipFill>
        <p:spPr>
          <a:xfrm>
            <a:off x="117440" y="1642347"/>
            <a:ext cx="4542483" cy="2787433"/>
          </a:xfrm>
          <a:prstGeom prst="rect">
            <a:avLst/>
          </a:prstGeom>
        </p:spPr>
      </p:pic>
      <p:pic>
        <p:nvPicPr>
          <p:cNvPr id="2050" name="Picture 2">
            <a:extLst>
              <a:ext uri="{FF2B5EF4-FFF2-40B4-BE49-F238E27FC236}">
                <a16:creationId xmlns:a16="http://schemas.microsoft.com/office/drawing/2014/main" id="{F4C08121-3D55-5C0D-9F87-5283EB067C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517" b="4943"/>
          <a:stretch>
            <a:fillRect/>
          </a:stretch>
        </p:blipFill>
        <p:spPr bwMode="auto">
          <a:xfrm>
            <a:off x="4893416" y="1907931"/>
            <a:ext cx="4133143" cy="26091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4A1DE47-59AD-5C1C-BC8F-0F85E05412C4}"/>
              </a:ext>
            </a:extLst>
          </p:cNvPr>
          <p:cNvSpPr txBox="1"/>
          <p:nvPr/>
        </p:nvSpPr>
        <p:spPr>
          <a:xfrm>
            <a:off x="4934080" y="1686307"/>
            <a:ext cx="3561873" cy="134139"/>
          </a:xfrm>
          <a:prstGeom prst="rect">
            <a:avLst/>
          </a:prstGeom>
          <a:noFill/>
        </p:spPr>
        <p:txBody>
          <a:bodyPr wrap="none" lIns="0" tIns="0" rIns="0" bIns="0" rtlCol="0">
            <a:spAutoFit/>
          </a:bodyPr>
          <a:lstStyle/>
          <a:p>
            <a:pPr algn="l">
              <a:lnSpc>
                <a:spcPct val="120000"/>
              </a:lnSpc>
            </a:pPr>
            <a:r>
              <a:rPr lang="en-GB" sz="800" b="1" u="sng" noProof="0" dirty="0">
                <a:latin typeface="+mj-lt"/>
              </a:rPr>
              <a:t>Some of the worst returns in software stocks since September 2025 high</a:t>
            </a:r>
          </a:p>
        </p:txBody>
      </p:sp>
      <p:sp>
        <p:nvSpPr>
          <p:cNvPr id="4" name="TextBox 3">
            <a:extLst>
              <a:ext uri="{FF2B5EF4-FFF2-40B4-BE49-F238E27FC236}">
                <a16:creationId xmlns:a16="http://schemas.microsoft.com/office/drawing/2014/main" id="{B649F45E-1EE7-D319-AC0E-27D5B09BD067}"/>
              </a:ext>
            </a:extLst>
          </p:cNvPr>
          <p:cNvSpPr txBox="1"/>
          <p:nvPr/>
        </p:nvSpPr>
        <p:spPr>
          <a:xfrm>
            <a:off x="152608" y="4508389"/>
            <a:ext cx="1848263" cy="134139"/>
          </a:xfrm>
          <a:prstGeom prst="rect">
            <a:avLst/>
          </a:prstGeom>
          <a:noFill/>
        </p:spPr>
        <p:txBody>
          <a:bodyPr wrap="none" lIns="0" tIns="0" rIns="0" bIns="0" rtlCol="0">
            <a:spAutoFit/>
          </a:bodyPr>
          <a:lstStyle/>
          <a:p>
            <a:pPr algn="l">
              <a:lnSpc>
                <a:spcPct val="120000"/>
              </a:lnSpc>
            </a:pPr>
            <a:r>
              <a:rPr lang="fr-CH" sz="800" i="1" dirty="0">
                <a:latin typeface="+mj-lt"/>
              </a:rPr>
              <a:t>Source: Goldman Sachs, February 2026</a:t>
            </a:r>
            <a:endParaRPr lang="en-GB" sz="800" i="1" dirty="0">
              <a:latin typeface="+mj-lt"/>
            </a:endParaRPr>
          </a:p>
        </p:txBody>
      </p:sp>
    </p:spTree>
    <p:extLst>
      <p:ext uri="{BB962C8B-B14F-4D97-AF65-F5344CB8AC3E}">
        <p14:creationId xmlns:p14="http://schemas.microsoft.com/office/powerpoint/2010/main" val="1948979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CD291-C831-5978-48F6-48B8ED500B6D}"/>
            </a:ext>
          </a:extLst>
        </p:cNvPr>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47E6BACA-8062-FE65-CD5A-9E1153C80398}"/>
              </a:ext>
            </a:extLst>
          </p:cNvPr>
          <p:cNvSpPr txBox="1">
            <a:spLocks/>
          </p:cNvSpPr>
          <p:nvPr/>
        </p:nvSpPr>
        <p:spPr>
          <a:xfrm>
            <a:off x="289698" y="2315276"/>
            <a:ext cx="8078447" cy="2154436"/>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sz="2800" dirty="0">
                <a:solidFill>
                  <a:schemeClr val="tx1"/>
                </a:solidFill>
              </a:rPr>
              <a:t>The market is applying an indiscriminate “AI disruption” discount across software, underweighting the resilience of systems-of-record with high switching costs, deep workflow integration, and multi-year contractual revenue. </a:t>
            </a:r>
          </a:p>
        </p:txBody>
      </p:sp>
      <p:sp>
        <p:nvSpPr>
          <p:cNvPr id="3" name="Rectangle 2">
            <a:extLst>
              <a:ext uri="{FF2B5EF4-FFF2-40B4-BE49-F238E27FC236}">
                <a16:creationId xmlns:a16="http://schemas.microsoft.com/office/drawing/2014/main" id="{BB0A0409-E40B-29C1-B842-384D53155354}"/>
              </a:ext>
            </a:extLst>
          </p:cNvPr>
          <p:cNvSpPr/>
          <p:nvPr/>
        </p:nvSpPr>
        <p:spPr>
          <a:xfrm>
            <a:off x="289698" y="2112899"/>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fr-CH" sz="1000" dirty="0">
                <a:solidFill>
                  <a:srgbClr val="AD2A2B"/>
                </a:solidFill>
                <a:latin typeface="Arial" panose="020B0604020202020204" pitchFamily="34" charset="0"/>
                <a:cs typeface="Arial" panose="020B0604020202020204" pitchFamily="34" charset="0"/>
              </a:rPr>
              <a:t>B</a:t>
            </a:r>
            <a:r>
              <a:rPr lang="en-GB" sz="1000" dirty="0">
                <a:solidFill>
                  <a:srgbClr val="AD2A2B"/>
                </a:solidFill>
                <a:latin typeface="Arial" panose="020B0604020202020204" pitchFamily="34" charset="0"/>
                <a:cs typeface="Arial" panose="020B0604020202020204" pitchFamily="34" charset="0"/>
              </a:rPr>
              <a:t>usiness case</a:t>
            </a:r>
          </a:p>
        </p:txBody>
      </p:sp>
    </p:spTree>
    <p:extLst>
      <p:ext uri="{BB962C8B-B14F-4D97-AF65-F5344CB8AC3E}">
        <p14:creationId xmlns:p14="http://schemas.microsoft.com/office/powerpoint/2010/main" val="228306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EV 3: Software is Eating the World, Open Source is Eating Software: How do  we fill the Skills Gap? | by Yusuf Hussain | Medium">
            <a:extLst>
              <a:ext uri="{FF2B5EF4-FFF2-40B4-BE49-F238E27FC236}">
                <a16:creationId xmlns:a16="http://schemas.microsoft.com/office/drawing/2014/main" id="{15DFF8B0-707F-6097-8DE6-1BF5CEDB2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25" y="1701800"/>
            <a:ext cx="3241675" cy="24337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Jensen Huang said in 2017 that &quot;Software is eating the world, but AI is  going to eat software“, partially citing Marc Andreessen's famous 2011  quote &quot;Software is eating the world&quot;. Those who">
            <a:extLst>
              <a:ext uri="{FF2B5EF4-FFF2-40B4-BE49-F238E27FC236}">
                <a16:creationId xmlns:a16="http://schemas.microsoft.com/office/drawing/2014/main" id="{E626BEF2-5BEA-2A63-9339-161575EFC2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5974" y="1701800"/>
            <a:ext cx="2429712" cy="24297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C110AFA-BDF9-4D9E-961A-C61D04032D32}"/>
              </a:ext>
            </a:extLst>
          </p:cNvPr>
          <p:cNvSpPr txBox="1"/>
          <p:nvPr/>
        </p:nvSpPr>
        <p:spPr>
          <a:xfrm>
            <a:off x="339725" y="4241799"/>
            <a:ext cx="3632200" cy="304800"/>
          </a:xfrm>
          <a:prstGeom prst="rect">
            <a:avLst/>
          </a:prstGeom>
          <a:noFill/>
        </p:spPr>
        <p:txBody>
          <a:bodyPr vertOverflow="overflow" vert="horz" wrap="square" lIns="0" tIns="0" rIns="0" bIns="0" rtlCol="0" anchor="t">
            <a:noAutofit/>
          </a:bodyPr>
          <a:lstStyle/>
          <a:p>
            <a:pPr algn="l">
              <a:lnSpc>
                <a:spcPct val="120000"/>
              </a:lnSpc>
            </a:pPr>
            <a:r>
              <a:rPr lang="en-GB" sz="1100" i="1" dirty="0">
                <a:solidFill>
                  <a:srgbClr val="AD2A2B"/>
                </a:solidFill>
                <a:latin typeface="Arial"/>
                <a:cs typeface="Arial"/>
              </a:rPr>
              <a:t>Wall Street Journal, August 2011</a:t>
            </a:r>
          </a:p>
        </p:txBody>
      </p:sp>
      <p:sp>
        <p:nvSpPr>
          <p:cNvPr id="3" name="TextBox 2">
            <a:extLst>
              <a:ext uri="{FF2B5EF4-FFF2-40B4-BE49-F238E27FC236}">
                <a16:creationId xmlns:a16="http://schemas.microsoft.com/office/drawing/2014/main" id="{33C77094-D069-486C-9913-7E655B8D0850}"/>
              </a:ext>
            </a:extLst>
          </p:cNvPr>
          <p:cNvSpPr txBox="1"/>
          <p:nvPr/>
        </p:nvSpPr>
        <p:spPr>
          <a:xfrm>
            <a:off x="3803652" y="4241799"/>
            <a:ext cx="2730500" cy="304800"/>
          </a:xfrm>
          <a:prstGeom prst="rect">
            <a:avLst/>
          </a:prstGeom>
          <a:noFill/>
        </p:spPr>
        <p:txBody>
          <a:bodyPr vertOverflow="overflow" vert="horz" wrap="square" lIns="0" tIns="0" rIns="0" bIns="0" rtlCol="0" anchor="t">
            <a:noAutofit/>
          </a:bodyPr>
          <a:lstStyle/>
          <a:p>
            <a:pPr algn="l">
              <a:lnSpc>
                <a:spcPct val="120000"/>
              </a:lnSpc>
            </a:pPr>
            <a:r>
              <a:rPr lang="en-GB" sz="1100" i="1" dirty="0">
                <a:solidFill>
                  <a:srgbClr val="AD2A2B"/>
                </a:solidFill>
                <a:latin typeface="Arial"/>
                <a:cs typeface="Arial"/>
              </a:rPr>
              <a:t>NVIDIA GTC, May 2017</a:t>
            </a:r>
          </a:p>
        </p:txBody>
      </p:sp>
      <p:sp>
        <p:nvSpPr>
          <p:cNvPr id="4" name="Rectangle 3">
            <a:extLst>
              <a:ext uri="{FF2B5EF4-FFF2-40B4-BE49-F238E27FC236}">
                <a16:creationId xmlns:a16="http://schemas.microsoft.com/office/drawing/2014/main" id="{EF02E3F0-FDAD-C600-5C9F-ED2671CD6284}"/>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fr-CH" sz="2400" dirty="0">
                <a:solidFill>
                  <a:schemeClr val="tx1"/>
                </a:solidFill>
                <a:latin typeface="PP Eiko Light" pitchFamily="2" charset="-128"/>
                <a:ea typeface="PP Eiko Light" pitchFamily="2" charset="-128"/>
                <a:cs typeface="Arial" panose="020B0604020202020204" pitchFamily="34" charset="0"/>
              </a:rPr>
              <a:t>T</a:t>
            </a:r>
            <a:r>
              <a:rPr lang="en-GB" sz="2400" dirty="0">
                <a:solidFill>
                  <a:schemeClr val="tx1"/>
                </a:solidFill>
                <a:latin typeface="PP Eiko Light" pitchFamily="2" charset="-128"/>
                <a:ea typeface="PP Eiko Light" pitchFamily="2" charset="-128"/>
                <a:cs typeface="Arial" panose="020B0604020202020204" pitchFamily="34" charset="0"/>
              </a:rPr>
              <a:t>he narrative arc</a:t>
            </a:r>
          </a:p>
        </p:txBody>
      </p:sp>
      <p:sp>
        <p:nvSpPr>
          <p:cNvPr id="5" name="Rectangle 4">
            <a:extLst>
              <a:ext uri="{FF2B5EF4-FFF2-40B4-BE49-F238E27FC236}">
                <a16:creationId xmlns:a16="http://schemas.microsoft.com/office/drawing/2014/main" id="{6B3D7C5F-FA70-7AFA-335C-6315520BDE45}"/>
              </a:ext>
            </a:extLst>
          </p:cNvPr>
          <p:cNvSpPr/>
          <p:nvPr/>
        </p:nvSpPr>
        <p:spPr>
          <a:xfrm>
            <a:off x="323998" y="1080000"/>
            <a:ext cx="5086202"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rgbClr val="AD2A2B"/>
                </a:solidFill>
                <a:latin typeface="Arial" panose="020B0604020202020204" pitchFamily="34" charset="0"/>
                <a:cs typeface="Arial" panose="020B0604020202020204" pitchFamily="34" charset="0"/>
              </a:rPr>
              <a:t>From software dominance to AI disruption, two quotes that frame the market's fear.</a:t>
            </a:r>
          </a:p>
        </p:txBody>
      </p:sp>
      <p:pic>
        <p:nvPicPr>
          <p:cNvPr id="6" name="Picture 2" descr="Software is eating the world.. AI is eating software 👀 : r/ProgrammerHumor">
            <a:extLst>
              <a:ext uri="{FF2B5EF4-FFF2-40B4-BE49-F238E27FC236}">
                <a16:creationId xmlns:a16="http://schemas.microsoft.com/office/drawing/2014/main" id="{73ADC688-E5C8-3BED-2AF4-C4A1C8494B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582" r="10201"/>
          <a:stretch>
            <a:fillRect/>
          </a:stretch>
        </p:blipFill>
        <p:spPr bwMode="auto">
          <a:xfrm>
            <a:off x="6317344" y="1915615"/>
            <a:ext cx="2623454" cy="2165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740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MainTitle"/>
          <p:cNvSpPr/>
          <p:nvPr/>
        </p:nvSpPr>
        <p:spPr>
          <a:xfrm>
            <a:off x="330200" y="508000"/>
            <a:ext cx="8483600" cy="406400"/>
          </a:xfrm>
          <a:prstGeom prst="rect">
            <a:avLst/>
          </a:prstGeom>
          <a:noFill/>
          <a:ln>
            <a:noFill/>
          </a:ln>
        </p:spPr>
        <p:txBody>
          <a:bodyPr wrap="square" lIns="0" tIns="0" rIns="0" bIns="0" anchor="ctr"/>
          <a:lstStyle/>
          <a:p>
            <a:r>
              <a:rPr lang="en-GB" sz="2400" dirty="0">
                <a:latin typeface="PP Eiko Light" pitchFamily="2" charset="-128"/>
                <a:ea typeface="PP Eiko Light" pitchFamily="2" charset="-128"/>
              </a:rPr>
              <a:t>AI versus SaaS</a:t>
            </a:r>
            <a:r>
              <a:rPr lang="en-GB" sz="2400" dirty="0">
                <a:solidFill>
                  <a:schemeClr val="tx1"/>
                </a:solidFill>
                <a:latin typeface="PP Eiko Light" pitchFamily="2" charset="-128"/>
                <a:ea typeface="PP Eiko Light" pitchFamily="2" charset="-128"/>
              </a:rPr>
              <a:t>: Bull vs Bear case</a:t>
            </a:r>
          </a:p>
        </p:txBody>
      </p:sp>
      <p:sp>
        <p:nvSpPr>
          <p:cNvPr id="102" name="CenterDivider"/>
          <p:cNvSpPr/>
          <p:nvPr/>
        </p:nvSpPr>
        <p:spPr>
          <a:xfrm>
            <a:off x="4546600" y="1041400"/>
            <a:ext cx="31750" cy="3810000"/>
          </a:xfrm>
          <a:prstGeom prst="rect">
            <a:avLst/>
          </a:prstGeom>
          <a:solidFill>
            <a:srgbClr val="D0D0D0"/>
          </a:solidFill>
          <a:ln>
            <a:noFill/>
          </a:ln>
        </p:spPr>
        <p:txBody>
          <a:bodyPr/>
          <a:lstStyle/>
          <a:p>
            <a:endParaRPr lang="en-US"/>
          </a:p>
        </p:txBody>
      </p:sp>
      <p:sp>
        <p:nvSpPr>
          <p:cNvPr id="103" name="BullTriangle"/>
          <p:cNvSpPr/>
          <p:nvPr/>
        </p:nvSpPr>
        <p:spPr>
          <a:xfrm>
            <a:off x="381000" y="1066800"/>
            <a:ext cx="279400" cy="279400"/>
          </a:xfrm>
          <a:prstGeom prst="triangle">
            <a:avLst/>
          </a:prstGeom>
          <a:solidFill>
            <a:srgbClr val="3A7D44"/>
          </a:solidFill>
          <a:ln>
            <a:noFill/>
          </a:ln>
        </p:spPr>
        <p:txBody>
          <a:bodyPr/>
          <a:lstStyle/>
          <a:p>
            <a:endParaRPr lang="en-US"/>
          </a:p>
        </p:txBody>
      </p:sp>
      <p:sp>
        <p:nvSpPr>
          <p:cNvPr id="104" name="BullHeader"/>
          <p:cNvSpPr/>
          <p:nvPr/>
        </p:nvSpPr>
        <p:spPr>
          <a:xfrm>
            <a:off x="736600" y="1041400"/>
            <a:ext cx="3556000" cy="330200"/>
          </a:xfrm>
          <a:prstGeom prst="rect">
            <a:avLst/>
          </a:prstGeom>
          <a:noFill/>
          <a:ln>
            <a:noFill/>
          </a:ln>
        </p:spPr>
        <p:txBody>
          <a:bodyPr wrap="square" lIns="0" tIns="0" rIns="0" bIns="0" anchor="ctr"/>
          <a:lstStyle/>
          <a:p>
            <a:pPr algn="l"/>
            <a:r>
              <a:rPr lang="en-GB" sz="1800" b="1" dirty="0">
                <a:solidFill>
                  <a:srgbClr val="3A7D44"/>
                </a:solidFill>
                <a:latin typeface="Arial" panose="020B0604020202020204" pitchFamily="34" charset="0"/>
              </a:rPr>
              <a:t>Bull Case</a:t>
            </a:r>
          </a:p>
        </p:txBody>
      </p:sp>
      <p:sp>
        <p:nvSpPr>
          <p:cNvPr id="105" name="BearTriangle"/>
          <p:cNvSpPr/>
          <p:nvPr/>
        </p:nvSpPr>
        <p:spPr>
          <a:xfrm rot="10800000">
            <a:off x="4864100" y="1066800"/>
            <a:ext cx="279400" cy="279400"/>
          </a:xfrm>
          <a:prstGeom prst="triangle">
            <a:avLst/>
          </a:prstGeom>
          <a:solidFill>
            <a:srgbClr val="AD2A2B"/>
          </a:solidFill>
          <a:ln>
            <a:noFill/>
          </a:ln>
        </p:spPr>
        <p:txBody>
          <a:bodyPr/>
          <a:lstStyle/>
          <a:p>
            <a:endParaRPr lang="en-US"/>
          </a:p>
        </p:txBody>
      </p:sp>
      <p:sp>
        <p:nvSpPr>
          <p:cNvPr id="106" name="BearHeader"/>
          <p:cNvSpPr/>
          <p:nvPr/>
        </p:nvSpPr>
        <p:spPr>
          <a:xfrm>
            <a:off x="5219700" y="1041400"/>
            <a:ext cx="3556000" cy="330200"/>
          </a:xfrm>
          <a:prstGeom prst="rect">
            <a:avLst/>
          </a:prstGeom>
          <a:noFill/>
          <a:ln>
            <a:noFill/>
          </a:ln>
        </p:spPr>
        <p:txBody>
          <a:bodyPr wrap="square" lIns="0" tIns="0" rIns="0" bIns="0" anchor="ctr"/>
          <a:lstStyle/>
          <a:p>
            <a:pPr algn="l"/>
            <a:r>
              <a:rPr lang="en-GB" sz="1800" b="1" dirty="0">
                <a:solidFill>
                  <a:srgbClr val="AD2A2B"/>
                </a:solidFill>
                <a:latin typeface="Arial" panose="020B0604020202020204" pitchFamily="34" charset="0"/>
              </a:rPr>
              <a:t>Bear Case</a:t>
            </a:r>
          </a:p>
        </p:txBody>
      </p:sp>
      <p:sp>
        <p:nvSpPr>
          <p:cNvPr id="107" name="BullLine"/>
          <p:cNvSpPr/>
          <p:nvPr/>
        </p:nvSpPr>
        <p:spPr>
          <a:xfrm>
            <a:off x="381000" y="1422400"/>
            <a:ext cx="3911600" cy="19050"/>
          </a:xfrm>
          <a:prstGeom prst="rect">
            <a:avLst/>
          </a:prstGeom>
          <a:solidFill>
            <a:srgbClr val="3A7D44"/>
          </a:solidFill>
          <a:ln>
            <a:noFill/>
          </a:ln>
        </p:spPr>
        <p:txBody>
          <a:bodyPr/>
          <a:lstStyle/>
          <a:p>
            <a:endParaRPr lang="en-US"/>
          </a:p>
        </p:txBody>
      </p:sp>
      <p:sp>
        <p:nvSpPr>
          <p:cNvPr id="108" name="BearLine"/>
          <p:cNvSpPr/>
          <p:nvPr/>
        </p:nvSpPr>
        <p:spPr>
          <a:xfrm>
            <a:off x="4864100" y="1422400"/>
            <a:ext cx="3911600" cy="19050"/>
          </a:xfrm>
          <a:prstGeom prst="rect">
            <a:avLst/>
          </a:prstGeom>
          <a:solidFill>
            <a:srgbClr val="AD2A2B"/>
          </a:solidFill>
          <a:ln>
            <a:noFill/>
          </a:ln>
        </p:spPr>
        <p:txBody>
          <a:bodyPr/>
          <a:lstStyle/>
          <a:p>
            <a:endParaRPr lang="en-US"/>
          </a:p>
        </p:txBody>
      </p:sp>
      <p:sp>
        <p:nvSpPr>
          <p:cNvPr id="109" name="Num13A7D44"/>
          <p:cNvSpPr/>
          <p:nvPr/>
        </p:nvSpPr>
        <p:spPr>
          <a:xfrm>
            <a:off x="381000" y="1549400"/>
            <a:ext cx="254000" cy="254000"/>
          </a:xfrm>
          <a:prstGeom prst="ellipse">
            <a:avLst/>
          </a:prstGeom>
          <a:solidFill>
            <a:srgbClr val="3A7D44"/>
          </a:solidFill>
          <a:ln>
            <a:noFill/>
          </a:ln>
        </p:spPr>
        <p:txBody>
          <a:bodyPr wrap="none" lIns="0" tIns="0" rIns="0" bIns="0" anchor="ctr"/>
          <a:lstStyle/>
          <a:p>
            <a:pPr algn="ctr"/>
            <a:r>
              <a:rPr lang="en-US" sz="1000" b="1" dirty="0">
                <a:solidFill>
                  <a:srgbClr val="FFFFFF"/>
                </a:solidFill>
                <a:latin typeface="Arial" panose="020B0604020202020204" pitchFamily="34" charset="0"/>
              </a:rPr>
              <a:t>1</a:t>
            </a:r>
          </a:p>
        </p:txBody>
      </p:sp>
      <p:sp>
        <p:nvSpPr>
          <p:cNvPr id="110" name="Text13A7D44"/>
          <p:cNvSpPr/>
          <p:nvPr/>
        </p:nvSpPr>
        <p:spPr>
          <a:xfrm>
            <a:off x="736600" y="1524000"/>
            <a:ext cx="3517900" cy="1041400"/>
          </a:xfrm>
          <a:prstGeom prst="rect">
            <a:avLst/>
          </a:prstGeom>
          <a:noFill/>
          <a:ln>
            <a:noFill/>
          </a:ln>
        </p:spPr>
        <p:txBody>
          <a:bodyPr wrap="square" lIns="0" tIns="0" rIns="0" bIns="0" anchor="t"/>
          <a:lstStyle/>
          <a:p>
            <a:pPr algn="l">
              <a:spcAft>
                <a:spcPts val="200"/>
              </a:spcAft>
            </a:pPr>
            <a:r>
              <a:rPr lang="en-GB" sz="1050" b="1" dirty="0">
                <a:solidFill>
                  <a:srgbClr val="3A7D44"/>
                </a:solidFill>
                <a:latin typeface="Arial" panose="020B0604020202020204" pitchFamily="34" charset="0"/>
                <a:cs typeface="Arial" panose="020B0604020202020204" pitchFamily="34" charset="0"/>
              </a:rPr>
              <a:t>Sell-off was sentiment, not fundamental</a:t>
            </a:r>
          </a:p>
          <a:p>
            <a:pPr algn="l">
              <a:lnSpc>
                <a:spcPts val="1400"/>
              </a:lnSpc>
            </a:pPr>
            <a:r>
              <a:rPr lang="en-GB" sz="1000" dirty="0">
                <a:solidFill>
                  <a:schemeClr val="tx2"/>
                </a:solidFill>
                <a:latin typeface="Arial" panose="020B0604020202020204" pitchFamily="34" charset="0"/>
                <a:cs typeface="Arial" panose="020B0604020202020204" pitchFamily="34" charset="0"/>
              </a:rPr>
              <a:t>SAP, Oracle, and ServiceNow fell 26–40% while posting accelerating subscription growth. The market repriced the narrative, not the numbers.</a:t>
            </a:r>
          </a:p>
        </p:txBody>
      </p:sp>
      <p:sp>
        <p:nvSpPr>
          <p:cNvPr id="111" name="Num23A7D44"/>
          <p:cNvSpPr/>
          <p:nvPr/>
        </p:nvSpPr>
        <p:spPr>
          <a:xfrm>
            <a:off x="381000" y="2692400"/>
            <a:ext cx="254000" cy="254000"/>
          </a:xfrm>
          <a:prstGeom prst="ellipse">
            <a:avLst/>
          </a:prstGeom>
          <a:solidFill>
            <a:srgbClr val="3A7D44"/>
          </a:solidFill>
          <a:ln>
            <a:noFill/>
          </a:ln>
        </p:spPr>
        <p:txBody>
          <a:bodyPr wrap="none" lIns="0" tIns="0" rIns="0" bIns="0" anchor="ctr"/>
          <a:lstStyle/>
          <a:p>
            <a:pPr algn="ctr"/>
            <a:r>
              <a:rPr lang="en-US" sz="1000" b="1" dirty="0">
                <a:solidFill>
                  <a:srgbClr val="FFFFFF"/>
                </a:solidFill>
                <a:latin typeface="Arial" panose="020B0604020202020204" pitchFamily="34" charset="0"/>
              </a:rPr>
              <a:t>2</a:t>
            </a:r>
          </a:p>
        </p:txBody>
      </p:sp>
      <p:sp>
        <p:nvSpPr>
          <p:cNvPr id="112" name="Text23A7D44"/>
          <p:cNvSpPr/>
          <p:nvPr/>
        </p:nvSpPr>
        <p:spPr>
          <a:xfrm>
            <a:off x="736600" y="2667000"/>
            <a:ext cx="3517900" cy="1041400"/>
          </a:xfrm>
          <a:prstGeom prst="rect">
            <a:avLst/>
          </a:prstGeom>
          <a:noFill/>
          <a:ln>
            <a:noFill/>
          </a:ln>
        </p:spPr>
        <p:txBody>
          <a:bodyPr wrap="square" lIns="0" tIns="0" rIns="0" bIns="0" anchor="t"/>
          <a:lstStyle/>
          <a:p>
            <a:pPr algn="l">
              <a:spcAft>
                <a:spcPts val="200"/>
              </a:spcAft>
            </a:pPr>
            <a:r>
              <a:rPr lang="en-GB" sz="1050" b="1" dirty="0">
                <a:solidFill>
                  <a:srgbClr val="3A7D44"/>
                </a:solidFill>
                <a:latin typeface="Arial" panose="020B0604020202020204" pitchFamily="34" charset="0"/>
                <a:cs typeface="Arial" panose="020B0604020202020204" pitchFamily="34" charset="0"/>
              </a:rPr>
              <a:t>AI is an upsell, not a replacement</a:t>
            </a:r>
          </a:p>
          <a:p>
            <a:pPr algn="l">
              <a:lnSpc>
                <a:spcPts val="1400"/>
              </a:lnSpc>
            </a:pPr>
            <a:r>
              <a:rPr lang="en-GB" sz="1000" dirty="0">
                <a:solidFill>
                  <a:schemeClr val="tx2"/>
                </a:solidFill>
                <a:latin typeface="Arial" panose="020B0604020202020204" pitchFamily="34" charset="0"/>
                <a:cs typeface="Arial" panose="020B0604020202020204" pitchFamily="34" charset="0"/>
              </a:rPr>
              <a:t>Salesforce Agentforce at $800M ARR (+169% YoY) shows AI monetising on top of existing platforms. The AI layer expands ARPU.</a:t>
            </a:r>
          </a:p>
        </p:txBody>
      </p:sp>
      <p:sp>
        <p:nvSpPr>
          <p:cNvPr id="113" name="Num33A7D44"/>
          <p:cNvSpPr/>
          <p:nvPr/>
        </p:nvSpPr>
        <p:spPr>
          <a:xfrm>
            <a:off x="381000" y="3835400"/>
            <a:ext cx="254000" cy="254000"/>
          </a:xfrm>
          <a:prstGeom prst="ellipse">
            <a:avLst/>
          </a:prstGeom>
          <a:solidFill>
            <a:srgbClr val="3A7D44"/>
          </a:solidFill>
          <a:ln>
            <a:noFill/>
          </a:ln>
        </p:spPr>
        <p:txBody>
          <a:bodyPr wrap="none" lIns="0" tIns="0" rIns="0" bIns="0" anchor="ctr"/>
          <a:lstStyle/>
          <a:p>
            <a:pPr algn="ctr"/>
            <a:r>
              <a:rPr lang="en-US" sz="1000" b="1" dirty="0">
                <a:solidFill>
                  <a:srgbClr val="FFFFFF"/>
                </a:solidFill>
                <a:latin typeface="Arial" panose="020B0604020202020204" pitchFamily="34" charset="0"/>
              </a:rPr>
              <a:t>3</a:t>
            </a:r>
          </a:p>
        </p:txBody>
      </p:sp>
      <p:sp>
        <p:nvSpPr>
          <p:cNvPr id="114" name="Text33A7D44"/>
          <p:cNvSpPr/>
          <p:nvPr/>
        </p:nvSpPr>
        <p:spPr>
          <a:xfrm>
            <a:off x="736600" y="3810000"/>
            <a:ext cx="3517900" cy="1041400"/>
          </a:xfrm>
          <a:prstGeom prst="rect">
            <a:avLst/>
          </a:prstGeom>
          <a:noFill/>
          <a:ln>
            <a:noFill/>
          </a:ln>
        </p:spPr>
        <p:txBody>
          <a:bodyPr wrap="square" lIns="0" tIns="0" rIns="0" bIns="0" anchor="t"/>
          <a:lstStyle/>
          <a:p>
            <a:pPr algn="l">
              <a:spcAft>
                <a:spcPts val="200"/>
              </a:spcAft>
            </a:pPr>
            <a:r>
              <a:rPr lang="en-GB" sz="1050" b="1" dirty="0">
                <a:solidFill>
                  <a:srgbClr val="3A7D44"/>
                </a:solidFill>
                <a:latin typeface="Arial" panose="020B0604020202020204" pitchFamily="34" charset="0"/>
                <a:cs typeface="Arial" panose="020B0604020202020204" pitchFamily="34" charset="0"/>
              </a:rPr>
              <a:t>Regulatory spend provides a valuation floor</a:t>
            </a:r>
          </a:p>
          <a:p>
            <a:pPr algn="l">
              <a:lnSpc>
                <a:spcPts val="1400"/>
              </a:lnSpc>
            </a:pPr>
            <a:r>
              <a:rPr lang="en-GB" sz="1000" dirty="0">
                <a:solidFill>
                  <a:schemeClr val="tx2"/>
                </a:solidFill>
                <a:latin typeface="Arial" panose="020B0604020202020204" pitchFamily="34" charset="0"/>
                <a:cs typeface="Arial" panose="020B0604020202020204" pitchFamily="34" charset="0"/>
              </a:rPr>
              <a:t>NIS2 enforcement is active across the EU in 2026 and SEC cyber rules are live in the US. Cybersecurity has the most defensible near-term revenue visibility.</a:t>
            </a:r>
          </a:p>
        </p:txBody>
      </p:sp>
      <p:sp>
        <p:nvSpPr>
          <p:cNvPr id="115" name="Num1AD2A2B"/>
          <p:cNvSpPr/>
          <p:nvPr/>
        </p:nvSpPr>
        <p:spPr>
          <a:xfrm>
            <a:off x="4864100" y="1549400"/>
            <a:ext cx="254000" cy="254000"/>
          </a:xfrm>
          <a:prstGeom prst="ellipse">
            <a:avLst/>
          </a:prstGeom>
          <a:solidFill>
            <a:srgbClr val="AD2A2B"/>
          </a:solidFill>
          <a:ln>
            <a:noFill/>
          </a:ln>
        </p:spPr>
        <p:txBody>
          <a:bodyPr wrap="none" lIns="0" tIns="0" rIns="0" bIns="0" anchor="ctr"/>
          <a:lstStyle/>
          <a:p>
            <a:pPr algn="ctr"/>
            <a:r>
              <a:rPr lang="en-US" sz="1000" b="1" dirty="0">
                <a:solidFill>
                  <a:srgbClr val="FFFFFF"/>
                </a:solidFill>
                <a:latin typeface="Arial" panose="020B0604020202020204" pitchFamily="34" charset="0"/>
              </a:rPr>
              <a:t>1</a:t>
            </a:r>
          </a:p>
        </p:txBody>
      </p:sp>
      <p:sp>
        <p:nvSpPr>
          <p:cNvPr id="116" name="Text1AD2A2B"/>
          <p:cNvSpPr/>
          <p:nvPr/>
        </p:nvSpPr>
        <p:spPr>
          <a:xfrm>
            <a:off x="5219700" y="1524000"/>
            <a:ext cx="3517900" cy="1041400"/>
          </a:xfrm>
          <a:prstGeom prst="rect">
            <a:avLst/>
          </a:prstGeom>
          <a:noFill/>
          <a:ln>
            <a:noFill/>
          </a:ln>
        </p:spPr>
        <p:txBody>
          <a:bodyPr wrap="square" lIns="0" tIns="0" rIns="0" bIns="0" anchor="t"/>
          <a:lstStyle/>
          <a:p>
            <a:pPr algn="l">
              <a:spcAft>
                <a:spcPts val="200"/>
              </a:spcAft>
            </a:pPr>
            <a:r>
              <a:rPr lang="en-GB" sz="1050" b="1" dirty="0">
                <a:solidFill>
                  <a:srgbClr val="AD2A2B"/>
                </a:solidFill>
                <a:latin typeface="Arial" panose="020B0604020202020204" pitchFamily="34" charset="0"/>
                <a:cs typeface="Arial" panose="020B0604020202020204" pitchFamily="34" charset="0"/>
              </a:rPr>
              <a:t>AI is deflationary for software pricing</a:t>
            </a:r>
          </a:p>
          <a:p>
            <a:pPr algn="l">
              <a:lnSpc>
                <a:spcPts val="1400"/>
              </a:lnSpc>
            </a:pPr>
            <a:r>
              <a:rPr lang="en-GB" sz="1000" dirty="0">
                <a:solidFill>
                  <a:schemeClr val="tx2"/>
                </a:solidFill>
                <a:latin typeface="Arial" panose="020B0604020202020204" pitchFamily="34" charset="0"/>
                <a:cs typeface="Arial" panose="020B0604020202020204" pitchFamily="34" charset="0"/>
              </a:rPr>
              <a:t>Building a meaningful SaaS product now costs under $10K in compute. Bespoke alternatives will erode incumbent ARPU before AI upsell revenue fills the gap.</a:t>
            </a:r>
          </a:p>
        </p:txBody>
      </p:sp>
      <p:sp>
        <p:nvSpPr>
          <p:cNvPr id="117" name="Num2AD2A2B"/>
          <p:cNvSpPr/>
          <p:nvPr/>
        </p:nvSpPr>
        <p:spPr>
          <a:xfrm>
            <a:off x="4864100" y="2692400"/>
            <a:ext cx="254000" cy="254000"/>
          </a:xfrm>
          <a:prstGeom prst="ellipse">
            <a:avLst/>
          </a:prstGeom>
          <a:solidFill>
            <a:srgbClr val="AD2A2B"/>
          </a:solidFill>
          <a:ln>
            <a:noFill/>
          </a:ln>
        </p:spPr>
        <p:txBody>
          <a:bodyPr wrap="none" lIns="0" tIns="0" rIns="0" bIns="0" anchor="ctr"/>
          <a:lstStyle/>
          <a:p>
            <a:pPr algn="ctr"/>
            <a:r>
              <a:rPr lang="en-US" sz="1000" b="1" dirty="0">
                <a:solidFill>
                  <a:srgbClr val="FFFFFF"/>
                </a:solidFill>
                <a:latin typeface="Arial" panose="020B0604020202020204" pitchFamily="34" charset="0"/>
              </a:rPr>
              <a:t>2</a:t>
            </a:r>
          </a:p>
        </p:txBody>
      </p:sp>
      <p:sp>
        <p:nvSpPr>
          <p:cNvPr id="118" name="Text2AD2A2B"/>
          <p:cNvSpPr/>
          <p:nvPr/>
        </p:nvSpPr>
        <p:spPr>
          <a:xfrm>
            <a:off x="5219700" y="2667000"/>
            <a:ext cx="3517900" cy="1041400"/>
          </a:xfrm>
          <a:prstGeom prst="rect">
            <a:avLst/>
          </a:prstGeom>
          <a:noFill/>
          <a:ln>
            <a:noFill/>
          </a:ln>
        </p:spPr>
        <p:txBody>
          <a:bodyPr wrap="square" lIns="0" tIns="0" rIns="0" bIns="0" anchor="t"/>
          <a:lstStyle/>
          <a:p>
            <a:pPr algn="l">
              <a:spcAft>
                <a:spcPts val="200"/>
              </a:spcAft>
            </a:pPr>
            <a:r>
              <a:rPr lang="en-GB" sz="1050" b="1" dirty="0">
                <a:solidFill>
                  <a:srgbClr val="AD2A2B"/>
                </a:solidFill>
                <a:latin typeface="Arial" panose="020B0604020202020204" pitchFamily="34" charset="0"/>
                <a:cs typeface="Arial" panose="020B0604020202020204" pitchFamily="34" charset="0"/>
              </a:rPr>
              <a:t>Seat-based models are structurally broken</a:t>
            </a:r>
          </a:p>
          <a:p>
            <a:pPr algn="l">
              <a:lnSpc>
                <a:spcPts val="1400"/>
              </a:lnSpc>
            </a:pPr>
            <a:r>
              <a:rPr lang="en-GB" sz="1000" dirty="0">
                <a:solidFill>
                  <a:schemeClr val="tx2"/>
                </a:solidFill>
                <a:latin typeface="Arial" panose="020B0604020202020204" pitchFamily="34" charset="0"/>
                <a:cs typeface="Arial" panose="020B0604020202020204" pitchFamily="34" charset="0"/>
              </a:rPr>
              <a:t>Hiring freezes and layoffs directly reduce seats, capping expansion revenue and triggering downsell in CRM, ITSM, and workflow tools.</a:t>
            </a:r>
          </a:p>
        </p:txBody>
      </p:sp>
      <p:sp>
        <p:nvSpPr>
          <p:cNvPr id="119" name="Num3AD2A2B"/>
          <p:cNvSpPr/>
          <p:nvPr/>
        </p:nvSpPr>
        <p:spPr>
          <a:xfrm>
            <a:off x="4864100" y="3835400"/>
            <a:ext cx="254000" cy="254000"/>
          </a:xfrm>
          <a:prstGeom prst="ellipse">
            <a:avLst/>
          </a:prstGeom>
          <a:solidFill>
            <a:srgbClr val="AD2A2B"/>
          </a:solidFill>
          <a:ln>
            <a:noFill/>
          </a:ln>
        </p:spPr>
        <p:txBody>
          <a:bodyPr wrap="none" lIns="0" tIns="0" rIns="0" bIns="0" anchor="ctr"/>
          <a:lstStyle/>
          <a:p>
            <a:pPr algn="ctr"/>
            <a:r>
              <a:rPr lang="en-US" sz="1000" b="1" dirty="0">
                <a:solidFill>
                  <a:srgbClr val="FFFFFF"/>
                </a:solidFill>
                <a:latin typeface="Arial" panose="020B0604020202020204" pitchFamily="34" charset="0"/>
              </a:rPr>
              <a:t>3</a:t>
            </a:r>
          </a:p>
        </p:txBody>
      </p:sp>
      <p:sp>
        <p:nvSpPr>
          <p:cNvPr id="120" name="Text3AD2A2B"/>
          <p:cNvSpPr/>
          <p:nvPr/>
        </p:nvSpPr>
        <p:spPr>
          <a:xfrm>
            <a:off x="5219700" y="3810000"/>
            <a:ext cx="3517900" cy="1041400"/>
          </a:xfrm>
          <a:prstGeom prst="rect">
            <a:avLst/>
          </a:prstGeom>
          <a:noFill/>
          <a:ln>
            <a:noFill/>
          </a:ln>
        </p:spPr>
        <p:txBody>
          <a:bodyPr wrap="square" lIns="0" tIns="0" rIns="0" bIns="0" anchor="t"/>
          <a:lstStyle/>
          <a:p>
            <a:pPr algn="l">
              <a:spcAft>
                <a:spcPts val="200"/>
              </a:spcAft>
            </a:pPr>
            <a:r>
              <a:rPr lang="en-GB" sz="1050" b="1" dirty="0">
                <a:solidFill>
                  <a:srgbClr val="AD2A2B"/>
                </a:solidFill>
                <a:latin typeface="Arial" panose="020B0604020202020204" pitchFamily="34" charset="0"/>
                <a:cs typeface="Arial" panose="020B0604020202020204" pitchFamily="34" charset="0"/>
              </a:rPr>
              <a:t>Fragmented data is the incumbents’ trap</a:t>
            </a:r>
          </a:p>
          <a:p>
            <a:pPr algn="l">
              <a:lnSpc>
                <a:spcPts val="1400"/>
              </a:lnSpc>
            </a:pPr>
            <a:r>
              <a:rPr lang="en-GB" sz="1000" dirty="0">
                <a:solidFill>
                  <a:schemeClr val="tx2"/>
                </a:solidFill>
                <a:latin typeface="Arial" panose="020B0604020202020204" pitchFamily="34" charset="0"/>
                <a:cs typeface="Arial" panose="020B0604020202020204" pitchFamily="34" charset="0"/>
              </a:rPr>
              <a:t>AI agents are blind when data sits across 50 disconnected apps. This hands a clean opening to unified AI-native challengers.</a:t>
            </a:r>
          </a:p>
        </p:txBody>
      </p:sp>
    </p:spTree>
    <p:extLst>
      <p:ext uri="{BB962C8B-B14F-4D97-AF65-F5344CB8AC3E}">
        <p14:creationId xmlns:p14="http://schemas.microsoft.com/office/powerpoint/2010/main" val="3601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2F9DF-9DAB-3437-6D55-F09E1A3EB5F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A981E43-7DC3-0EFC-44C0-C1094C255438}"/>
              </a:ext>
            </a:extLst>
          </p:cNvPr>
          <p:cNvSpPr/>
          <p:nvPr/>
        </p:nvSpPr>
        <p:spPr>
          <a:xfrm>
            <a:off x="323999" y="525669"/>
            <a:ext cx="2610119" cy="1107996"/>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Horizontal software is the most vulnerable</a:t>
            </a:r>
          </a:p>
        </p:txBody>
      </p:sp>
      <p:sp>
        <p:nvSpPr>
          <p:cNvPr id="2" name="TextBox 1">
            <a:extLst>
              <a:ext uri="{FF2B5EF4-FFF2-40B4-BE49-F238E27FC236}">
                <a16:creationId xmlns:a16="http://schemas.microsoft.com/office/drawing/2014/main" id="{7F41BC3F-F0BB-2FEC-95CD-BF90080C2A1E}"/>
              </a:ext>
            </a:extLst>
          </p:cNvPr>
          <p:cNvSpPr txBox="1"/>
          <p:nvPr/>
        </p:nvSpPr>
        <p:spPr>
          <a:xfrm>
            <a:off x="5420428" y="4880642"/>
            <a:ext cx="1713611" cy="134139"/>
          </a:xfrm>
          <a:prstGeom prst="rect">
            <a:avLst/>
          </a:prstGeom>
          <a:noFill/>
        </p:spPr>
        <p:txBody>
          <a:bodyPr wrap="none" lIns="0" tIns="0" rIns="0" bIns="0" rtlCol="0">
            <a:spAutoFit/>
          </a:bodyPr>
          <a:lstStyle/>
          <a:p>
            <a:pPr algn="l">
              <a:lnSpc>
                <a:spcPct val="120000"/>
              </a:lnSpc>
            </a:pPr>
            <a:r>
              <a:rPr lang="fr-CH" sz="800" i="1" dirty="0">
                <a:latin typeface="+mj-lt"/>
              </a:rPr>
              <a:t>Source: Multiples.vc, November 2025</a:t>
            </a:r>
            <a:endParaRPr lang="en-GB" sz="800" i="1" dirty="0">
              <a:latin typeface="+mj-lt"/>
            </a:endParaRPr>
          </a:p>
        </p:txBody>
      </p:sp>
      <p:pic>
        <p:nvPicPr>
          <p:cNvPr id="4" name="Picture 3">
            <a:extLst>
              <a:ext uri="{FF2B5EF4-FFF2-40B4-BE49-F238E27FC236}">
                <a16:creationId xmlns:a16="http://schemas.microsoft.com/office/drawing/2014/main" id="{C7498E66-A6A4-C600-C819-C96D70860275}"/>
              </a:ext>
            </a:extLst>
          </p:cNvPr>
          <p:cNvPicPr>
            <a:picLocks noChangeAspect="1"/>
          </p:cNvPicPr>
          <p:nvPr/>
        </p:nvPicPr>
        <p:blipFill>
          <a:blip r:embed="rId3"/>
          <a:stretch>
            <a:fillRect/>
          </a:stretch>
        </p:blipFill>
        <p:spPr>
          <a:xfrm>
            <a:off x="3196894" y="336033"/>
            <a:ext cx="5428360" cy="4519895"/>
          </a:xfrm>
          <a:prstGeom prst="rect">
            <a:avLst/>
          </a:prstGeom>
        </p:spPr>
      </p:pic>
      <p:sp>
        <p:nvSpPr>
          <p:cNvPr id="7" name="Rectangle 6">
            <a:extLst>
              <a:ext uri="{FF2B5EF4-FFF2-40B4-BE49-F238E27FC236}">
                <a16:creationId xmlns:a16="http://schemas.microsoft.com/office/drawing/2014/main" id="{A2A65991-AC52-EB35-8F20-0019CDF39E96}"/>
              </a:ext>
            </a:extLst>
          </p:cNvPr>
          <p:cNvSpPr/>
          <p:nvPr/>
        </p:nvSpPr>
        <p:spPr>
          <a:xfrm>
            <a:off x="323998" y="1799671"/>
            <a:ext cx="2610119" cy="300082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gn="l">
              <a:spcAft>
                <a:spcPts val="3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Horizontal software is designed to be used across a wide variety of industries </a:t>
            </a:r>
            <a:r>
              <a:rPr lang="en-GB" sz="1000" dirty="0">
                <a:solidFill>
                  <a:schemeClr val="accent6"/>
                </a:solidFill>
                <a:latin typeface="Arial" panose="020B0604020202020204" pitchFamily="34" charset="0"/>
                <a:cs typeface="Arial" panose="020B0604020202020204" pitchFamily="34" charset="0"/>
              </a:rPr>
              <a:t>because it solves a general business problem rather than a niche one. It focuses on broad functionality (like bookkeeping or email) that is universal to almost any type of company.</a:t>
            </a:r>
          </a:p>
          <a:p>
            <a:pPr marL="171450" indent="-171450">
              <a:spcAft>
                <a:spcPts val="3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Vertical software (also known as "niche" software) is purpose-built </a:t>
            </a:r>
            <a:r>
              <a:rPr lang="en-GB" sz="1000" dirty="0">
                <a:solidFill>
                  <a:schemeClr val="accent6"/>
                </a:solidFill>
                <a:latin typeface="Arial" panose="020B0604020202020204" pitchFamily="34" charset="0"/>
                <a:cs typeface="Arial" panose="020B0604020202020204" pitchFamily="34" charset="0"/>
              </a:rPr>
              <a:t>for a specific industry or "vertical," such as healthcare, construction, or retail. It includes specialized features and workflows that are only relevant to that particular field.</a:t>
            </a:r>
          </a:p>
          <a:p>
            <a:pPr marL="171450" indent="-171450">
              <a:spcAft>
                <a:spcPts val="3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ERP stands for Enterprise Resource Planning: </a:t>
            </a:r>
            <a:r>
              <a:rPr lang="en-GB" sz="1000" dirty="0">
                <a:solidFill>
                  <a:schemeClr val="accent6"/>
                </a:solidFill>
                <a:latin typeface="Arial" panose="020B0604020202020204" pitchFamily="34" charset="0"/>
                <a:cs typeface="Arial" panose="020B0604020202020204" pitchFamily="34" charset="0"/>
              </a:rPr>
              <a:t>Instead of having separate programs for accounting, sales, and warehouse management that don't talk to each other, an ERP brings them all into one "source of truth."</a:t>
            </a:r>
          </a:p>
        </p:txBody>
      </p:sp>
    </p:spTree>
    <p:extLst>
      <p:ext uri="{BB962C8B-B14F-4D97-AF65-F5344CB8AC3E}">
        <p14:creationId xmlns:p14="http://schemas.microsoft.com/office/powerpoint/2010/main" val="3952731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0AB94-5BFE-D879-0187-A784052AA9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49B59E-5EFF-B44C-57BB-A50ED575F9A7}"/>
              </a:ext>
            </a:extLst>
          </p:cNvPr>
          <p:cNvSpPr/>
          <p:nvPr/>
        </p:nvSpPr>
        <p:spPr>
          <a:xfrm>
            <a:off x="323999" y="525669"/>
            <a:ext cx="2610119" cy="1107996"/>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fr-CH" sz="2400" dirty="0">
                <a:solidFill>
                  <a:schemeClr val="tx1"/>
                </a:solidFill>
                <a:latin typeface="PP Eiko Light" pitchFamily="2" charset="-128"/>
                <a:ea typeface="PP Eiko Light" pitchFamily="2" charset="-128"/>
                <a:cs typeface="Arial" panose="020B0604020202020204" pitchFamily="34" charset="0"/>
              </a:rPr>
              <a:t>But S</a:t>
            </a:r>
            <a:r>
              <a:rPr lang="en-GB" sz="2400" dirty="0">
                <a:solidFill>
                  <a:schemeClr val="tx1"/>
                </a:solidFill>
                <a:latin typeface="PP Eiko Light" pitchFamily="2" charset="-128"/>
                <a:ea typeface="PP Eiko Light" pitchFamily="2" charset="-128"/>
                <a:cs typeface="Arial" panose="020B0604020202020204" pitchFamily="34" charset="0"/>
              </a:rPr>
              <a:t>aaS is not just a bundle of code</a:t>
            </a:r>
          </a:p>
        </p:txBody>
      </p:sp>
      <p:sp>
        <p:nvSpPr>
          <p:cNvPr id="3" name="Rectangle 2">
            <a:extLst>
              <a:ext uri="{FF2B5EF4-FFF2-40B4-BE49-F238E27FC236}">
                <a16:creationId xmlns:a16="http://schemas.microsoft.com/office/drawing/2014/main" id="{1A06BBCE-1423-DC4C-12B2-D946C12A9DD0}"/>
              </a:ext>
            </a:extLst>
          </p:cNvPr>
          <p:cNvSpPr/>
          <p:nvPr/>
        </p:nvSpPr>
        <p:spPr>
          <a:xfrm>
            <a:off x="323999" y="2017243"/>
            <a:ext cx="2610119" cy="165429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gn="l">
              <a:spcAft>
                <a:spcPts val="3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The "SaaSpocalypse" thesis reduces software companies to lines of code</a:t>
            </a:r>
            <a:r>
              <a:rPr lang="en-GB" sz="1000" dirty="0">
                <a:solidFill>
                  <a:schemeClr val="accent6"/>
                </a:solidFill>
                <a:latin typeface="Arial" panose="020B0604020202020204" pitchFamily="34" charset="0"/>
                <a:cs typeface="Arial" panose="020B0604020202020204" pitchFamily="34" charset="0"/>
              </a:rPr>
              <a:t>, ignoring everything below the surface.</a:t>
            </a:r>
          </a:p>
          <a:p>
            <a:pPr marL="171450" indent="-171450" algn="l">
              <a:spcAft>
                <a:spcPts val="300"/>
              </a:spcAft>
              <a:buFont typeface="Arial" panose="020B0604020202020204" pitchFamily="34" charset="0"/>
              <a:buChar char="•"/>
            </a:pPr>
            <a:r>
              <a:rPr lang="en-GB" sz="1000" dirty="0">
                <a:solidFill>
                  <a:schemeClr val="accent6"/>
                </a:solidFill>
                <a:latin typeface="Arial" panose="020B0604020202020204" pitchFamily="34" charset="0"/>
                <a:cs typeface="Arial" panose="020B0604020202020204" pitchFamily="34" charset="0"/>
              </a:rPr>
              <a:t>The real moats are customer networks, integration ecosystems, proprietary data, institutional trust, and sales organizations.</a:t>
            </a:r>
          </a:p>
          <a:p>
            <a:pPr marL="171450" indent="-171450" algn="l">
              <a:spcAft>
                <a:spcPts val="3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If code is cheap for everyone, the winners will be the companies that are great at everything except the code.</a:t>
            </a:r>
          </a:p>
          <a:p>
            <a:pPr algn="l">
              <a:spcAft>
                <a:spcPts val="300"/>
              </a:spcAft>
            </a:pPr>
            <a:endParaRPr lang="en-GB" sz="1000" dirty="0">
              <a:solidFill>
                <a:schemeClr val="accent6"/>
              </a:solidFill>
              <a:latin typeface="Arial" panose="020B0604020202020204" pitchFamily="34" charset="0"/>
              <a:cs typeface="Arial" panose="020B0604020202020204" pitchFamily="34" charset="0"/>
            </a:endParaRPr>
          </a:p>
        </p:txBody>
      </p:sp>
      <p:pic>
        <p:nvPicPr>
          <p:cNvPr id="4" name="Picture 2" descr="Image">
            <a:extLst>
              <a:ext uri="{FF2B5EF4-FFF2-40B4-BE49-F238E27FC236}">
                <a16:creationId xmlns:a16="http://schemas.microsoft.com/office/drawing/2014/main" id="{45B2CFDC-C667-5947-F41D-F0EFED4C8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6858" y="110067"/>
            <a:ext cx="3681942" cy="4931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880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FF1E-A802-336D-76A2-94DEAF794C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6D128B6-E5DB-2DE3-4392-96CFE7EDB5EB}"/>
              </a:ext>
            </a:extLst>
          </p:cNvPr>
          <p:cNvSpPr/>
          <p:nvPr/>
        </p:nvSpPr>
        <p:spPr>
          <a:xfrm>
            <a:off x="323999" y="525669"/>
            <a:ext cx="2735114" cy="738664"/>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SaaS companies saw it coming</a:t>
            </a:r>
          </a:p>
        </p:txBody>
      </p:sp>
      <p:sp>
        <p:nvSpPr>
          <p:cNvPr id="3" name="Rectangle 2">
            <a:extLst>
              <a:ext uri="{FF2B5EF4-FFF2-40B4-BE49-F238E27FC236}">
                <a16:creationId xmlns:a16="http://schemas.microsoft.com/office/drawing/2014/main" id="{8034EA05-8A9C-AF89-8600-562DE0E3006D}"/>
              </a:ext>
            </a:extLst>
          </p:cNvPr>
          <p:cNvSpPr/>
          <p:nvPr/>
        </p:nvSpPr>
        <p:spPr>
          <a:xfrm>
            <a:off x="323999" y="1876199"/>
            <a:ext cx="2610119" cy="307777"/>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rgbClr val="AD2A2B"/>
                </a:solidFill>
                <a:latin typeface="Arial" panose="020B0604020202020204" pitchFamily="34" charset="0"/>
                <a:cs typeface="Arial" panose="020B0604020202020204" pitchFamily="34" charset="0"/>
              </a:rPr>
              <a:t>Software job postings are down ~70% from 2022 peak</a:t>
            </a:r>
            <a:r>
              <a:rPr lang="en-GB" sz="1000" dirty="0">
                <a:solidFill>
                  <a:schemeClr val="accent6"/>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10E0F17F-CC1D-DA8F-BBD9-4B102186EC8C}"/>
              </a:ext>
            </a:extLst>
          </p:cNvPr>
          <p:cNvPicPr>
            <a:picLocks noChangeAspect="1"/>
          </p:cNvPicPr>
          <p:nvPr/>
        </p:nvPicPr>
        <p:blipFill>
          <a:blip r:embed="rId2"/>
          <a:stretch>
            <a:fillRect/>
          </a:stretch>
        </p:blipFill>
        <p:spPr>
          <a:xfrm>
            <a:off x="3178722" y="127000"/>
            <a:ext cx="5111890" cy="4891088"/>
          </a:xfrm>
          <a:prstGeom prst="rect">
            <a:avLst/>
          </a:prstGeom>
        </p:spPr>
      </p:pic>
    </p:spTree>
    <p:extLst>
      <p:ext uri="{BB962C8B-B14F-4D97-AF65-F5344CB8AC3E}">
        <p14:creationId xmlns:p14="http://schemas.microsoft.com/office/powerpoint/2010/main" val="587937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9EB2B-75E7-C6AA-8B6D-21AB8FA70A9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53B4DB9-7E63-9099-BA40-93C2902D240A}"/>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fr-CH" sz="2400" dirty="0">
                <a:solidFill>
                  <a:schemeClr val="tx1"/>
                </a:solidFill>
                <a:latin typeface="PP Eiko Light" pitchFamily="2" charset="-128"/>
                <a:ea typeface="PP Eiko Light" pitchFamily="2" charset="-128"/>
                <a:cs typeface="Arial" panose="020B0604020202020204" pitchFamily="34" charset="0"/>
              </a:rPr>
              <a:t>Special case: C</a:t>
            </a:r>
            <a:r>
              <a:rPr lang="en-GB" sz="2400" dirty="0">
                <a:solidFill>
                  <a:schemeClr val="tx1"/>
                </a:solidFill>
                <a:latin typeface="PP Eiko Light" pitchFamily="2" charset="-128"/>
                <a:ea typeface="PP Eiko Light" pitchFamily="2" charset="-128"/>
                <a:cs typeface="Arial" panose="020B0604020202020204" pitchFamily="34" charset="0"/>
              </a:rPr>
              <a:t>ybersecurity</a:t>
            </a:r>
          </a:p>
        </p:txBody>
      </p:sp>
      <p:sp>
        <p:nvSpPr>
          <p:cNvPr id="6" name="Rectangle 5">
            <a:extLst>
              <a:ext uri="{FF2B5EF4-FFF2-40B4-BE49-F238E27FC236}">
                <a16:creationId xmlns:a16="http://schemas.microsoft.com/office/drawing/2014/main" id="{6E7760BE-DFC7-173A-CEAF-7EB4E03ED619}"/>
              </a:ext>
            </a:extLst>
          </p:cNvPr>
          <p:cNvSpPr/>
          <p:nvPr/>
        </p:nvSpPr>
        <p:spPr>
          <a:xfrm>
            <a:off x="323998" y="1044832"/>
            <a:ext cx="7659418" cy="500137"/>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gn="l">
              <a:spcAft>
                <a:spcPts val="300"/>
              </a:spcAft>
              <a:buFont typeface="Arial" panose="020B0604020202020204" pitchFamily="34" charset="0"/>
              <a:buChar char="•"/>
            </a:pPr>
            <a:r>
              <a:rPr lang="en-GB" sz="1000" dirty="0">
                <a:solidFill>
                  <a:srgbClr val="AD2A2B"/>
                </a:solidFill>
                <a:latin typeface="Arial" panose="020B0604020202020204" pitchFamily="34" charset="0"/>
                <a:cs typeface="Arial" panose="020B0604020202020204" pitchFamily="34" charset="0"/>
              </a:rPr>
              <a:t>Being compliant isn’t optional it is mandatory. No room for mistake</a:t>
            </a:r>
            <a:r>
              <a:rPr lang="en-GB" sz="1000" dirty="0">
                <a:solidFill>
                  <a:schemeClr val="accent6"/>
                </a:solidFill>
                <a:latin typeface="Arial" panose="020B0604020202020204" pitchFamily="34" charset="0"/>
                <a:cs typeface="Arial" panose="020B0604020202020204" pitchFamily="34" charset="0"/>
              </a:rPr>
              <a:t>.</a:t>
            </a:r>
          </a:p>
          <a:p>
            <a:pPr marL="171450" indent="-171450" algn="l">
              <a:spcAft>
                <a:spcPts val="300"/>
              </a:spcAft>
              <a:buFont typeface="Arial" panose="020B0604020202020204" pitchFamily="34" charset="0"/>
              <a:buChar char="•"/>
            </a:pPr>
            <a:r>
              <a:rPr lang="en-GB" sz="1000" dirty="0">
                <a:solidFill>
                  <a:schemeClr val="accent6"/>
                </a:solidFill>
                <a:latin typeface="Arial" panose="020B0604020202020204" pitchFamily="34" charset="0"/>
                <a:cs typeface="Arial" panose="020B0604020202020204" pitchFamily="34" charset="0"/>
              </a:rPr>
              <a:t>AI-driven attacks up 72% YoY, detection windows collapsed to 11 minutes thus it accelerates platform security demand, doesn't commoditize it</a:t>
            </a:r>
          </a:p>
        </p:txBody>
      </p:sp>
      <p:pic>
        <p:nvPicPr>
          <p:cNvPr id="5122" name="Picture 2">
            <a:extLst>
              <a:ext uri="{FF2B5EF4-FFF2-40B4-BE49-F238E27FC236}">
                <a16:creationId xmlns:a16="http://schemas.microsoft.com/office/drawing/2014/main" id="{37A086DB-378D-2507-2C5A-34446E6808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297"/>
          <a:stretch>
            <a:fillRect/>
          </a:stretch>
        </p:blipFill>
        <p:spPr bwMode="auto">
          <a:xfrm>
            <a:off x="1301261" y="1670539"/>
            <a:ext cx="6400800" cy="3265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0099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2841D-45A8-DA6A-4D6B-9FFA7EFD56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0ABCE2-6D2C-4769-F8AB-D1749D9D918A}"/>
              </a:ext>
            </a:extLst>
          </p:cNvPr>
          <p:cNvSpPr/>
          <p:nvPr/>
        </p:nvSpPr>
        <p:spPr>
          <a:xfrm>
            <a:off x="323999" y="525669"/>
            <a:ext cx="2735114"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What to look for</a:t>
            </a:r>
          </a:p>
        </p:txBody>
      </p:sp>
      <p:sp>
        <p:nvSpPr>
          <p:cNvPr id="3" name="Rectangle 2">
            <a:extLst>
              <a:ext uri="{FF2B5EF4-FFF2-40B4-BE49-F238E27FC236}">
                <a16:creationId xmlns:a16="http://schemas.microsoft.com/office/drawing/2014/main" id="{1A70AF2D-8F35-C0D4-8C38-687DC89BBF5B}"/>
              </a:ext>
            </a:extLst>
          </p:cNvPr>
          <p:cNvSpPr/>
          <p:nvPr/>
        </p:nvSpPr>
        <p:spPr>
          <a:xfrm>
            <a:off x="323999" y="1351266"/>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net retention trends</a:t>
            </a:r>
          </a:p>
        </p:txBody>
      </p:sp>
    </p:spTree>
    <p:extLst>
      <p:ext uri="{BB962C8B-B14F-4D97-AF65-F5344CB8AC3E}">
        <p14:creationId xmlns:p14="http://schemas.microsoft.com/office/powerpoint/2010/main" val="1401560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7304-BCD9-EBD3-3ABA-A4E6F118242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E12BBC-73EA-0852-0FF2-DD4E66986671}"/>
              </a:ext>
            </a:extLst>
          </p:cNvPr>
          <p:cNvSpPr/>
          <p:nvPr/>
        </p:nvSpPr>
        <p:spPr>
          <a:xfrm>
            <a:off x="323999" y="525669"/>
            <a:ext cx="2735114"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What to look for</a:t>
            </a:r>
          </a:p>
        </p:txBody>
      </p:sp>
      <p:sp>
        <p:nvSpPr>
          <p:cNvPr id="3" name="Rectangle 2">
            <a:extLst>
              <a:ext uri="{FF2B5EF4-FFF2-40B4-BE49-F238E27FC236}">
                <a16:creationId xmlns:a16="http://schemas.microsoft.com/office/drawing/2014/main" id="{52A49FA2-5C96-C093-92D8-5B539433BC92}"/>
              </a:ext>
            </a:extLst>
          </p:cNvPr>
          <p:cNvSpPr/>
          <p:nvPr/>
        </p:nvSpPr>
        <p:spPr>
          <a:xfrm>
            <a:off x="323999" y="1351266"/>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2992933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B3D52-135C-7E2E-854D-57CD052E68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B97496-8D83-B282-7370-8EAEC5AE931B}"/>
              </a:ext>
            </a:extLst>
          </p:cNvPr>
          <p:cNvSpPr/>
          <p:nvPr/>
        </p:nvSpPr>
        <p:spPr>
          <a:xfrm>
            <a:off x="323999" y="525669"/>
            <a:ext cx="2735114"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3" name="Rectangle 2">
            <a:extLst>
              <a:ext uri="{FF2B5EF4-FFF2-40B4-BE49-F238E27FC236}">
                <a16:creationId xmlns:a16="http://schemas.microsoft.com/office/drawing/2014/main" id="{457F6F09-5E3C-1DC6-E10D-DAAD22470CDF}"/>
              </a:ext>
            </a:extLst>
          </p:cNvPr>
          <p:cNvSpPr/>
          <p:nvPr/>
        </p:nvSpPr>
        <p:spPr>
          <a:xfrm>
            <a:off x="323999" y="1351266"/>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2106982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22F04-9F4F-E7F2-133F-8E1CF180E4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F841C2-E569-41CC-8DD8-4B2CD1958884}"/>
              </a:ext>
            </a:extLst>
          </p:cNvPr>
          <p:cNvSpPr/>
          <p:nvPr/>
        </p:nvSpPr>
        <p:spPr>
          <a:xfrm>
            <a:off x="323999" y="525669"/>
            <a:ext cx="2735114"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3" name="Rectangle 2">
            <a:extLst>
              <a:ext uri="{FF2B5EF4-FFF2-40B4-BE49-F238E27FC236}">
                <a16:creationId xmlns:a16="http://schemas.microsoft.com/office/drawing/2014/main" id="{1E599044-17E7-D30D-5159-5988C676B098}"/>
              </a:ext>
            </a:extLst>
          </p:cNvPr>
          <p:cNvSpPr/>
          <p:nvPr/>
        </p:nvSpPr>
        <p:spPr>
          <a:xfrm>
            <a:off x="323999" y="1351266"/>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1966306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77E868-D8F1-66A9-51E2-B8BBD04D47EE}"/>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6" name="Rectangle 5">
            <a:extLst>
              <a:ext uri="{FF2B5EF4-FFF2-40B4-BE49-F238E27FC236}">
                <a16:creationId xmlns:a16="http://schemas.microsoft.com/office/drawing/2014/main" id="{8FAE099A-45B8-EC46-6B22-781200F22692}"/>
              </a:ext>
            </a:extLst>
          </p:cNvPr>
          <p:cNvSpPr/>
          <p:nvPr/>
        </p:nvSpPr>
        <p:spPr>
          <a:xfrm>
            <a:off x="323998" y="1080000"/>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1332303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EDE6-749E-72FC-2CCA-F97D1178DB4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73DB50B-448F-FBA3-CBF7-CC8DFE37E5F5}"/>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6" name="Rectangle 5">
            <a:extLst>
              <a:ext uri="{FF2B5EF4-FFF2-40B4-BE49-F238E27FC236}">
                <a16:creationId xmlns:a16="http://schemas.microsoft.com/office/drawing/2014/main" id="{BDC196F0-D9DC-680D-EA83-C2AE231B75B6}"/>
              </a:ext>
            </a:extLst>
          </p:cNvPr>
          <p:cNvSpPr/>
          <p:nvPr/>
        </p:nvSpPr>
        <p:spPr>
          <a:xfrm>
            <a:off x="323998" y="1080000"/>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3900058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DC4D1C9D-BE95-18B5-8594-26F438CAF42E}"/>
              </a:ext>
            </a:extLst>
          </p:cNvPr>
          <p:cNvSpPr txBox="1">
            <a:spLocks/>
          </p:cNvSpPr>
          <p:nvPr/>
        </p:nvSpPr>
        <p:spPr>
          <a:xfrm>
            <a:off x="289699" y="2266787"/>
            <a:ext cx="6514326" cy="95410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solidFill>
                  <a:schemeClr val="tx1"/>
                </a:solidFill>
              </a:rPr>
              <a:t>Print-friendly cover slide</a:t>
            </a:r>
          </a:p>
          <a:p>
            <a:pPr>
              <a:spcBef>
                <a:spcPts val="600"/>
              </a:spcBef>
            </a:pPr>
            <a:r>
              <a:rPr lang="en-GB" sz="2000" dirty="0">
                <a:solidFill>
                  <a:schemeClr val="tx1"/>
                </a:solidFill>
              </a:rPr>
              <a:t>Subheader here</a:t>
            </a:r>
          </a:p>
        </p:txBody>
      </p:sp>
      <p:sp>
        <p:nvSpPr>
          <p:cNvPr id="3" name="Pladsholder til tekst 48">
            <a:extLst>
              <a:ext uri="{FF2B5EF4-FFF2-40B4-BE49-F238E27FC236}">
                <a16:creationId xmlns:a16="http://schemas.microsoft.com/office/drawing/2014/main" id="{7CC521DA-21FD-45F5-DFD5-F3E1CCE2FD8C}"/>
              </a:ext>
            </a:extLst>
          </p:cNvPr>
          <p:cNvSpPr txBox="1">
            <a:spLocks/>
          </p:cNvSpPr>
          <p:nvPr/>
        </p:nvSpPr>
        <p:spPr>
          <a:xfrm>
            <a:off x="329742" y="4749766"/>
            <a:ext cx="1289508" cy="123111"/>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800" b="1" i="0" kern="1200" spc="200" baseline="0">
                <a:solidFill>
                  <a:schemeClr val="bg1"/>
                </a:solidFill>
                <a:latin typeface="Arial" panose="020B0604020202020204" pitchFamily="34" charset="0"/>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solidFill>
                  <a:schemeClr val="tx1"/>
                </a:solidFill>
              </a:rPr>
              <a:t>MONTH 2024</a:t>
            </a:r>
          </a:p>
        </p:txBody>
      </p:sp>
    </p:spTree>
    <p:extLst>
      <p:ext uri="{BB962C8B-B14F-4D97-AF65-F5344CB8AC3E}">
        <p14:creationId xmlns:p14="http://schemas.microsoft.com/office/powerpoint/2010/main" val="848491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F44EA2A0-0D18-3E7E-ABC6-A3F69CED5A86}"/>
              </a:ext>
            </a:extLst>
          </p:cNvPr>
          <p:cNvSpPr txBox="1">
            <a:spLocks/>
          </p:cNvSpPr>
          <p:nvPr/>
        </p:nvSpPr>
        <p:spPr>
          <a:xfrm>
            <a:off x="289698" y="2266787"/>
            <a:ext cx="5650727" cy="56938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t>Chapter slide</a:t>
            </a:r>
          </a:p>
        </p:txBody>
      </p:sp>
    </p:spTree>
    <p:extLst>
      <p:ext uri="{BB962C8B-B14F-4D97-AF65-F5344CB8AC3E}">
        <p14:creationId xmlns:p14="http://schemas.microsoft.com/office/powerpoint/2010/main" val="1811499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7680A-8EBE-6F43-7F89-BAF7F248A5FA}"/>
            </a:ext>
          </a:extLst>
        </p:cNvPr>
        <p:cNvGrpSpPr/>
        <p:nvPr/>
      </p:nvGrpSpPr>
      <p:grpSpPr>
        <a:xfrm>
          <a:off x="0" y="0"/>
          <a:ext cx="0" cy="0"/>
          <a:chOff x="0" y="0"/>
          <a:chExt cx="0" cy="0"/>
        </a:xfrm>
      </p:grpSpPr>
      <p:sp>
        <p:nvSpPr>
          <p:cNvPr id="3" name="Pladsholder til tekst 48">
            <a:extLst>
              <a:ext uri="{FF2B5EF4-FFF2-40B4-BE49-F238E27FC236}">
                <a16:creationId xmlns:a16="http://schemas.microsoft.com/office/drawing/2014/main" id="{9D517E76-2907-E7B6-5593-08EFAD65CE46}"/>
              </a:ext>
            </a:extLst>
          </p:cNvPr>
          <p:cNvSpPr txBox="1">
            <a:spLocks/>
          </p:cNvSpPr>
          <p:nvPr/>
        </p:nvSpPr>
        <p:spPr>
          <a:xfrm>
            <a:off x="329742" y="4749766"/>
            <a:ext cx="1289508" cy="123111"/>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800" b="1" i="0" kern="1200" spc="200" baseline="0">
                <a:solidFill>
                  <a:schemeClr val="bg1"/>
                </a:solidFill>
                <a:latin typeface="Arial" panose="020B0604020202020204" pitchFamily="34" charset="0"/>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t>MONTH 2026</a:t>
            </a:r>
          </a:p>
        </p:txBody>
      </p:sp>
      <p:sp>
        <p:nvSpPr>
          <p:cNvPr id="4" name="Pladsholder til tekst 48">
            <a:extLst>
              <a:ext uri="{FF2B5EF4-FFF2-40B4-BE49-F238E27FC236}">
                <a16:creationId xmlns:a16="http://schemas.microsoft.com/office/drawing/2014/main" id="{23EE29E8-2A6F-336C-9CEC-D23AAD8316EB}"/>
              </a:ext>
            </a:extLst>
          </p:cNvPr>
          <p:cNvSpPr txBox="1">
            <a:spLocks/>
          </p:cNvSpPr>
          <p:nvPr/>
        </p:nvSpPr>
        <p:spPr>
          <a:xfrm>
            <a:off x="289698" y="2266787"/>
            <a:ext cx="5650727" cy="56938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t>Chapter slide</a:t>
            </a:r>
          </a:p>
        </p:txBody>
      </p:sp>
    </p:spTree>
    <p:extLst>
      <p:ext uri="{BB962C8B-B14F-4D97-AF65-F5344CB8AC3E}">
        <p14:creationId xmlns:p14="http://schemas.microsoft.com/office/powerpoint/2010/main" val="4093963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86DD8D25-90C5-C422-9903-1E74BD2F36CC}"/>
              </a:ext>
            </a:extLst>
          </p:cNvPr>
          <p:cNvSpPr txBox="1">
            <a:spLocks/>
          </p:cNvSpPr>
          <p:nvPr/>
        </p:nvSpPr>
        <p:spPr>
          <a:xfrm>
            <a:off x="289698" y="2266787"/>
            <a:ext cx="5650727" cy="43088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sz="2800" dirty="0">
                <a:solidFill>
                  <a:schemeClr val="tx1"/>
                </a:solidFill>
              </a:rPr>
              <a:t>Print-friendly chapter slide</a:t>
            </a:r>
          </a:p>
        </p:txBody>
      </p:sp>
    </p:spTree>
    <p:extLst>
      <p:ext uri="{BB962C8B-B14F-4D97-AF65-F5344CB8AC3E}">
        <p14:creationId xmlns:p14="http://schemas.microsoft.com/office/powerpoint/2010/main" val="3561469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4C14-6893-FF25-B6FD-2AD5D41C5A9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EDCA61C-AD30-AA31-2FEE-749ACF4E158F}"/>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Cape color palette</a:t>
            </a:r>
          </a:p>
        </p:txBody>
      </p:sp>
      <p:sp>
        <p:nvSpPr>
          <p:cNvPr id="6" name="Rectangle 5">
            <a:extLst>
              <a:ext uri="{FF2B5EF4-FFF2-40B4-BE49-F238E27FC236}">
                <a16:creationId xmlns:a16="http://schemas.microsoft.com/office/drawing/2014/main" id="{1A123D7F-633D-852E-E16B-F79AC2846027}"/>
              </a:ext>
            </a:extLst>
          </p:cNvPr>
          <p:cNvSpPr/>
          <p:nvPr/>
        </p:nvSpPr>
        <p:spPr>
          <a:xfrm>
            <a:off x="323998" y="1088182"/>
            <a:ext cx="4451202"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Reference these colors when you want access to the full Cape color palette</a:t>
            </a:r>
          </a:p>
        </p:txBody>
      </p:sp>
      <p:sp>
        <p:nvSpPr>
          <p:cNvPr id="7" name="Rectangle 6">
            <a:extLst>
              <a:ext uri="{FF2B5EF4-FFF2-40B4-BE49-F238E27FC236}">
                <a16:creationId xmlns:a16="http://schemas.microsoft.com/office/drawing/2014/main" id="{BB8C7F8C-00B1-CCAC-FEE9-30046F472E35}"/>
              </a:ext>
            </a:extLst>
          </p:cNvPr>
          <p:cNvSpPr>
            <a:spLocks noChangeAspect="1"/>
          </p:cNvSpPr>
          <p:nvPr/>
        </p:nvSpPr>
        <p:spPr>
          <a:xfrm>
            <a:off x="6081176" y="2549509"/>
            <a:ext cx="252000" cy="252000"/>
          </a:xfrm>
          <a:prstGeom prst="rect">
            <a:avLst/>
          </a:prstGeom>
          <a:solidFill>
            <a:srgbClr val="E4DFC8"/>
          </a:solidFill>
          <a:ln w="9525" cap="flat">
            <a:noFill/>
            <a:prstDash val="solid"/>
            <a:miter/>
          </a:ln>
        </p:spPr>
        <p:txBody>
          <a:bodyPr wrap="none">
            <a:noAutofit/>
          </a:bodyPr>
          <a:lstStyle/>
          <a:p>
            <a:endParaRPr lang="en-GB"/>
          </a:p>
        </p:txBody>
      </p:sp>
      <p:sp>
        <p:nvSpPr>
          <p:cNvPr id="11" name="Rectangle 10">
            <a:extLst>
              <a:ext uri="{FF2B5EF4-FFF2-40B4-BE49-F238E27FC236}">
                <a16:creationId xmlns:a16="http://schemas.microsoft.com/office/drawing/2014/main" id="{DE832577-DC22-3E94-D0E7-10475946C251}"/>
              </a:ext>
            </a:extLst>
          </p:cNvPr>
          <p:cNvSpPr>
            <a:spLocks noChangeAspect="1"/>
          </p:cNvSpPr>
          <p:nvPr/>
        </p:nvSpPr>
        <p:spPr>
          <a:xfrm>
            <a:off x="6081176" y="3172475"/>
            <a:ext cx="252000" cy="252000"/>
          </a:xfrm>
          <a:prstGeom prst="rect">
            <a:avLst/>
          </a:prstGeom>
          <a:solidFill>
            <a:srgbClr val="B1A2C1"/>
          </a:solidFill>
          <a:ln w="9525" cap="flat">
            <a:noFill/>
            <a:prstDash val="solid"/>
            <a:miter/>
          </a:ln>
        </p:spPr>
        <p:txBody>
          <a:bodyPr wrap="none">
            <a:noAutofit/>
          </a:bodyPr>
          <a:lstStyle/>
          <a:p>
            <a:endParaRPr lang="en-GB"/>
          </a:p>
        </p:txBody>
      </p:sp>
      <p:sp>
        <p:nvSpPr>
          <p:cNvPr id="13" name="Rectangle 12">
            <a:extLst>
              <a:ext uri="{FF2B5EF4-FFF2-40B4-BE49-F238E27FC236}">
                <a16:creationId xmlns:a16="http://schemas.microsoft.com/office/drawing/2014/main" id="{AEB70CF5-9F0B-125B-33EB-6D21CF7549E8}"/>
              </a:ext>
            </a:extLst>
          </p:cNvPr>
          <p:cNvSpPr>
            <a:spLocks noChangeAspect="1"/>
          </p:cNvSpPr>
          <p:nvPr/>
        </p:nvSpPr>
        <p:spPr>
          <a:xfrm>
            <a:off x="6081176" y="3485681"/>
            <a:ext cx="252000" cy="252000"/>
          </a:xfrm>
          <a:prstGeom prst="rect">
            <a:avLst/>
          </a:prstGeom>
          <a:solidFill>
            <a:srgbClr val="9FDAFF"/>
          </a:solidFill>
          <a:ln w="9525" cap="flat">
            <a:noFill/>
            <a:prstDash val="solid"/>
            <a:miter/>
          </a:ln>
        </p:spPr>
        <p:txBody>
          <a:bodyPr wrap="none">
            <a:noAutofit/>
          </a:bodyPr>
          <a:lstStyle/>
          <a:p>
            <a:endParaRPr lang="en-GB"/>
          </a:p>
        </p:txBody>
      </p:sp>
      <p:sp>
        <p:nvSpPr>
          <p:cNvPr id="15" name="Rectangle 14">
            <a:extLst>
              <a:ext uri="{FF2B5EF4-FFF2-40B4-BE49-F238E27FC236}">
                <a16:creationId xmlns:a16="http://schemas.microsoft.com/office/drawing/2014/main" id="{050307F3-D5F0-6DA0-6AD4-D6E54695B127}"/>
              </a:ext>
            </a:extLst>
          </p:cNvPr>
          <p:cNvSpPr>
            <a:spLocks noChangeAspect="1"/>
          </p:cNvSpPr>
          <p:nvPr/>
        </p:nvSpPr>
        <p:spPr>
          <a:xfrm>
            <a:off x="6081176" y="3790481"/>
            <a:ext cx="252000" cy="252000"/>
          </a:xfrm>
          <a:prstGeom prst="rect">
            <a:avLst/>
          </a:prstGeom>
          <a:solidFill>
            <a:srgbClr val="828010"/>
          </a:solidFill>
          <a:ln w="9525" cap="flat">
            <a:noFill/>
            <a:prstDash val="solid"/>
            <a:miter/>
          </a:ln>
        </p:spPr>
        <p:txBody>
          <a:bodyPr wrap="none">
            <a:noAutofit/>
          </a:bodyPr>
          <a:lstStyle/>
          <a:p>
            <a:endParaRPr lang="en-GB"/>
          </a:p>
        </p:txBody>
      </p:sp>
      <p:sp>
        <p:nvSpPr>
          <p:cNvPr id="17" name="Rectangle 16">
            <a:extLst>
              <a:ext uri="{FF2B5EF4-FFF2-40B4-BE49-F238E27FC236}">
                <a16:creationId xmlns:a16="http://schemas.microsoft.com/office/drawing/2014/main" id="{00BF2ADB-4413-7793-4F4F-AE896074F7C4}"/>
              </a:ext>
            </a:extLst>
          </p:cNvPr>
          <p:cNvSpPr>
            <a:spLocks noChangeAspect="1"/>
          </p:cNvSpPr>
          <p:nvPr/>
        </p:nvSpPr>
        <p:spPr>
          <a:xfrm>
            <a:off x="6397215" y="2549509"/>
            <a:ext cx="252000" cy="252000"/>
          </a:xfrm>
          <a:prstGeom prst="rect">
            <a:avLst/>
          </a:prstGeom>
          <a:solidFill>
            <a:srgbClr val="C66A37"/>
          </a:solidFill>
          <a:ln w="9525" cap="flat">
            <a:noFill/>
            <a:prstDash val="solid"/>
            <a:miter/>
          </a:ln>
        </p:spPr>
        <p:txBody>
          <a:bodyPr wrap="none">
            <a:noAutofit/>
          </a:bodyPr>
          <a:lstStyle/>
          <a:p>
            <a:endParaRPr lang="en-GB"/>
          </a:p>
        </p:txBody>
      </p:sp>
      <p:sp>
        <p:nvSpPr>
          <p:cNvPr id="19" name="Rectangle 18">
            <a:extLst>
              <a:ext uri="{FF2B5EF4-FFF2-40B4-BE49-F238E27FC236}">
                <a16:creationId xmlns:a16="http://schemas.microsoft.com/office/drawing/2014/main" id="{83A3DDA5-72B2-8E51-0258-9C8251140A70}"/>
              </a:ext>
            </a:extLst>
          </p:cNvPr>
          <p:cNvSpPr>
            <a:spLocks noChangeAspect="1"/>
          </p:cNvSpPr>
          <p:nvPr/>
        </p:nvSpPr>
        <p:spPr>
          <a:xfrm>
            <a:off x="6397215" y="2861566"/>
            <a:ext cx="252000" cy="252000"/>
          </a:xfrm>
          <a:prstGeom prst="rect">
            <a:avLst/>
          </a:prstGeom>
          <a:solidFill>
            <a:srgbClr val="105782"/>
          </a:solidFill>
          <a:ln w="9525" cap="flat">
            <a:noFill/>
            <a:prstDash val="solid"/>
            <a:miter/>
          </a:ln>
        </p:spPr>
        <p:txBody>
          <a:bodyPr wrap="none">
            <a:noAutofit/>
          </a:bodyPr>
          <a:lstStyle/>
          <a:p>
            <a:endParaRPr lang="en-GB"/>
          </a:p>
        </p:txBody>
      </p:sp>
      <p:sp>
        <p:nvSpPr>
          <p:cNvPr id="21" name="Rectangle 20">
            <a:extLst>
              <a:ext uri="{FF2B5EF4-FFF2-40B4-BE49-F238E27FC236}">
                <a16:creationId xmlns:a16="http://schemas.microsoft.com/office/drawing/2014/main" id="{6147A041-802D-EFC4-F567-BE8C4D759F8B}"/>
              </a:ext>
            </a:extLst>
          </p:cNvPr>
          <p:cNvSpPr>
            <a:spLocks noChangeAspect="1"/>
          </p:cNvSpPr>
          <p:nvPr/>
        </p:nvSpPr>
        <p:spPr>
          <a:xfrm>
            <a:off x="6397215" y="3172475"/>
            <a:ext cx="252000" cy="252000"/>
          </a:xfrm>
          <a:prstGeom prst="rect">
            <a:avLst/>
          </a:prstGeom>
          <a:solidFill>
            <a:srgbClr val="F7C9C9"/>
          </a:solidFill>
          <a:ln w="9525" cap="flat">
            <a:noFill/>
            <a:prstDash val="solid"/>
            <a:miter/>
          </a:ln>
        </p:spPr>
        <p:txBody>
          <a:bodyPr wrap="none">
            <a:noAutofit/>
          </a:bodyPr>
          <a:lstStyle/>
          <a:p>
            <a:endParaRPr lang="en-GB"/>
          </a:p>
        </p:txBody>
      </p:sp>
      <p:sp>
        <p:nvSpPr>
          <p:cNvPr id="23" name="Rectangle 22">
            <a:extLst>
              <a:ext uri="{FF2B5EF4-FFF2-40B4-BE49-F238E27FC236}">
                <a16:creationId xmlns:a16="http://schemas.microsoft.com/office/drawing/2014/main" id="{063EAD93-212E-19FF-1854-DC72299528C1}"/>
              </a:ext>
            </a:extLst>
          </p:cNvPr>
          <p:cNvSpPr>
            <a:spLocks noChangeAspect="1"/>
          </p:cNvSpPr>
          <p:nvPr/>
        </p:nvSpPr>
        <p:spPr>
          <a:xfrm>
            <a:off x="6397215" y="3485681"/>
            <a:ext cx="252000" cy="252000"/>
          </a:xfrm>
          <a:prstGeom prst="rect">
            <a:avLst/>
          </a:prstGeom>
          <a:solidFill>
            <a:srgbClr val="ACC79B"/>
          </a:solidFill>
          <a:ln w="9525" cap="flat">
            <a:noFill/>
            <a:prstDash val="solid"/>
            <a:miter/>
          </a:ln>
        </p:spPr>
        <p:txBody>
          <a:bodyPr wrap="none">
            <a:noAutofit/>
          </a:bodyPr>
          <a:lstStyle/>
          <a:p>
            <a:endParaRPr lang="en-GB"/>
          </a:p>
        </p:txBody>
      </p:sp>
      <p:sp>
        <p:nvSpPr>
          <p:cNvPr id="25" name="Rectangle 24">
            <a:extLst>
              <a:ext uri="{FF2B5EF4-FFF2-40B4-BE49-F238E27FC236}">
                <a16:creationId xmlns:a16="http://schemas.microsoft.com/office/drawing/2014/main" id="{7F783035-903F-1B86-D99E-A3ACFD9738A1}"/>
              </a:ext>
            </a:extLst>
          </p:cNvPr>
          <p:cNvSpPr>
            <a:spLocks noChangeAspect="1"/>
          </p:cNvSpPr>
          <p:nvPr/>
        </p:nvSpPr>
        <p:spPr>
          <a:xfrm>
            <a:off x="6397215" y="3790481"/>
            <a:ext cx="252000" cy="252000"/>
          </a:xfrm>
          <a:prstGeom prst="rect">
            <a:avLst/>
          </a:prstGeom>
          <a:solidFill>
            <a:schemeClr val="accent5"/>
          </a:solidFill>
          <a:ln w="9525" cap="flat">
            <a:noFill/>
            <a:prstDash val="solid"/>
            <a:miter/>
          </a:ln>
        </p:spPr>
        <p:txBody>
          <a:bodyPr wrap="none">
            <a:noAutofit/>
          </a:bodyPr>
          <a:lstStyle/>
          <a:p>
            <a:endParaRPr lang="en-GB"/>
          </a:p>
        </p:txBody>
      </p:sp>
      <p:sp>
        <p:nvSpPr>
          <p:cNvPr id="51" name="Rectangle 50">
            <a:extLst>
              <a:ext uri="{FF2B5EF4-FFF2-40B4-BE49-F238E27FC236}">
                <a16:creationId xmlns:a16="http://schemas.microsoft.com/office/drawing/2014/main" id="{BBB56AA3-7A7F-4AF8-5A79-AB5CC1A6EDB0}"/>
              </a:ext>
            </a:extLst>
          </p:cNvPr>
          <p:cNvSpPr>
            <a:spLocks noChangeAspect="1"/>
          </p:cNvSpPr>
          <p:nvPr/>
        </p:nvSpPr>
        <p:spPr>
          <a:xfrm>
            <a:off x="648783" y="2861566"/>
            <a:ext cx="252000" cy="252000"/>
          </a:xfrm>
          <a:prstGeom prst="rect">
            <a:avLst/>
          </a:prstGeom>
          <a:solidFill>
            <a:srgbClr val="F5F2E6"/>
          </a:solidFill>
          <a:ln w="9525" cap="flat">
            <a:noFill/>
            <a:prstDash val="solid"/>
            <a:miter/>
          </a:ln>
        </p:spPr>
        <p:txBody>
          <a:bodyPr wrap="none">
            <a:noAutofit/>
          </a:bodyPr>
          <a:lstStyle/>
          <a:p>
            <a:endParaRPr lang="en-GB"/>
          </a:p>
        </p:txBody>
      </p:sp>
      <p:sp>
        <p:nvSpPr>
          <p:cNvPr id="53" name="Rectangle 52">
            <a:extLst>
              <a:ext uri="{FF2B5EF4-FFF2-40B4-BE49-F238E27FC236}">
                <a16:creationId xmlns:a16="http://schemas.microsoft.com/office/drawing/2014/main" id="{CC203ADA-49CC-F1A5-4B29-3BF06032DE54}"/>
              </a:ext>
            </a:extLst>
          </p:cNvPr>
          <p:cNvSpPr>
            <a:spLocks noChangeAspect="1"/>
          </p:cNvSpPr>
          <p:nvPr/>
        </p:nvSpPr>
        <p:spPr>
          <a:xfrm>
            <a:off x="339052" y="2549509"/>
            <a:ext cx="252000" cy="252000"/>
          </a:xfrm>
          <a:prstGeom prst="rect">
            <a:avLst/>
          </a:prstGeom>
          <a:solidFill>
            <a:schemeClr val="accent1"/>
          </a:solidFill>
          <a:ln w="9525" cap="flat">
            <a:noFill/>
            <a:prstDash val="solid"/>
            <a:miter/>
          </a:ln>
        </p:spPr>
        <p:txBody>
          <a:bodyPr wrap="none">
            <a:noAutofit/>
          </a:bodyPr>
          <a:lstStyle/>
          <a:p>
            <a:endParaRPr lang="en-GB"/>
          </a:p>
        </p:txBody>
      </p:sp>
      <p:sp>
        <p:nvSpPr>
          <p:cNvPr id="54" name="Rectangle 53">
            <a:extLst>
              <a:ext uri="{FF2B5EF4-FFF2-40B4-BE49-F238E27FC236}">
                <a16:creationId xmlns:a16="http://schemas.microsoft.com/office/drawing/2014/main" id="{EEC5F5C2-63A0-414A-A083-7DFD062A4A3D}"/>
              </a:ext>
            </a:extLst>
          </p:cNvPr>
          <p:cNvSpPr>
            <a:spLocks noChangeAspect="1"/>
          </p:cNvSpPr>
          <p:nvPr/>
        </p:nvSpPr>
        <p:spPr>
          <a:xfrm>
            <a:off x="648783" y="2549509"/>
            <a:ext cx="252000" cy="252000"/>
          </a:xfrm>
          <a:prstGeom prst="rect">
            <a:avLst/>
          </a:prstGeom>
          <a:solidFill>
            <a:schemeClr val="accent2"/>
          </a:solidFill>
          <a:ln w="9525" cap="flat">
            <a:noFill/>
            <a:prstDash val="solid"/>
            <a:miter/>
          </a:ln>
        </p:spPr>
        <p:txBody>
          <a:bodyPr wrap="none">
            <a:noAutofit/>
          </a:bodyPr>
          <a:lstStyle/>
          <a:p>
            <a:endParaRPr lang="en-GB" dirty="0"/>
          </a:p>
        </p:txBody>
      </p:sp>
      <p:sp>
        <p:nvSpPr>
          <p:cNvPr id="55" name="Rectangle 54">
            <a:extLst>
              <a:ext uri="{FF2B5EF4-FFF2-40B4-BE49-F238E27FC236}">
                <a16:creationId xmlns:a16="http://schemas.microsoft.com/office/drawing/2014/main" id="{5DD9F46A-F3AA-C770-C289-49E5677187A0}"/>
              </a:ext>
            </a:extLst>
          </p:cNvPr>
          <p:cNvSpPr>
            <a:spLocks noChangeAspect="1"/>
          </p:cNvSpPr>
          <p:nvPr/>
        </p:nvSpPr>
        <p:spPr>
          <a:xfrm>
            <a:off x="339052" y="2861566"/>
            <a:ext cx="252000" cy="252000"/>
          </a:xfrm>
          <a:prstGeom prst="rect">
            <a:avLst/>
          </a:prstGeom>
          <a:solidFill>
            <a:schemeClr val="accent3"/>
          </a:solidFill>
          <a:ln w="9525" cap="flat">
            <a:noFill/>
            <a:prstDash val="solid"/>
            <a:miter/>
          </a:ln>
        </p:spPr>
        <p:txBody>
          <a:bodyPr wrap="none">
            <a:noAutofit/>
          </a:bodyPr>
          <a:lstStyle/>
          <a:p>
            <a:endParaRPr lang="en-GB"/>
          </a:p>
        </p:txBody>
      </p:sp>
      <p:sp>
        <p:nvSpPr>
          <p:cNvPr id="57" name="Rectangle 56">
            <a:extLst>
              <a:ext uri="{FF2B5EF4-FFF2-40B4-BE49-F238E27FC236}">
                <a16:creationId xmlns:a16="http://schemas.microsoft.com/office/drawing/2014/main" id="{02523C2D-3742-FE3B-4671-04C00AEE7395}"/>
              </a:ext>
            </a:extLst>
          </p:cNvPr>
          <p:cNvSpPr/>
          <p:nvPr/>
        </p:nvSpPr>
        <p:spPr>
          <a:xfrm>
            <a:off x="329473" y="2363847"/>
            <a:ext cx="1055351" cy="12311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800" b="1" dirty="0">
                <a:solidFill>
                  <a:schemeClr val="accent6"/>
                </a:solidFill>
                <a:latin typeface="Arial" panose="020B0604020202020204" pitchFamily="34" charset="0"/>
                <a:cs typeface="Arial" panose="020B0604020202020204" pitchFamily="34" charset="0"/>
              </a:rPr>
              <a:t>Main colors</a:t>
            </a:r>
          </a:p>
        </p:txBody>
      </p:sp>
      <p:sp>
        <p:nvSpPr>
          <p:cNvPr id="58" name="Rectangle 57">
            <a:extLst>
              <a:ext uri="{FF2B5EF4-FFF2-40B4-BE49-F238E27FC236}">
                <a16:creationId xmlns:a16="http://schemas.microsoft.com/office/drawing/2014/main" id="{D8BE618C-C5A1-1A5E-C999-E47992962D31}"/>
              </a:ext>
            </a:extLst>
          </p:cNvPr>
          <p:cNvSpPr>
            <a:spLocks noChangeAspect="1"/>
          </p:cNvSpPr>
          <p:nvPr/>
        </p:nvSpPr>
        <p:spPr>
          <a:xfrm>
            <a:off x="339052" y="3172475"/>
            <a:ext cx="252000" cy="252000"/>
          </a:xfrm>
          <a:prstGeom prst="rect">
            <a:avLst/>
          </a:prstGeom>
          <a:solidFill>
            <a:schemeClr val="tx1"/>
          </a:solidFill>
          <a:ln w="9525" cap="flat">
            <a:noFill/>
            <a:prstDash val="solid"/>
            <a:miter/>
          </a:ln>
        </p:spPr>
        <p:txBody>
          <a:bodyPr wrap="none">
            <a:noAutofit/>
          </a:bodyPr>
          <a:lstStyle/>
          <a:p>
            <a:endParaRPr lang="en-GB"/>
          </a:p>
        </p:txBody>
      </p:sp>
      <p:sp>
        <p:nvSpPr>
          <p:cNvPr id="59" name="Rectangle 58">
            <a:extLst>
              <a:ext uri="{FF2B5EF4-FFF2-40B4-BE49-F238E27FC236}">
                <a16:creationId xmlns:a16="http://schemas.microsoft.com/office/drawing/2014/main" id="{07B897EA-6990-5773-CC55-A61304320CCF}"/>
              </a:ext>
            </a:extLst>
          </p:cNvPr>
          <p:cNvSpPr/>
          <p:nvPr/>
        </p:nvSpPr>
        <p:spPr>
          <a:xfrm>
            <a:off x="6081176" y="2363847"/>
            <a:ext cx="1055351" cy="12311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800" b="1" dirty="0">
                <a:solidFill>
                  <a:schemeClr val="accent6"/>
                </a:solidFill>
                <a:latin typeface="Arial" panose="020B0604020202020204" pitchFamily="34" charset="0"/>
                <a:cs typeface="Arial" panose="020B0604020202020204" pitchFamily="34" charset="0"/>
              </a:rPr>
              <a:t>Secondary colors</a:t>
            </a:r>
          </a:p>
        </p:txBody>
      </p:sp>
      <p:sp>
        <p:nvSpPr>
          <p:cNvPr id="60" name="Rectangle 59">
            <a:extLst>
              <a:ext uri="{FF2B5EF4-FFF2-40B4-BE49-F238E27FC236}">
                <a16:creationId xmlns:a16="http://schemas.microsoft.com/office/drawing/2014/main" id="{79E35645-72D4-F8E0-86BC-472078CE79F0}"/>
              </a:ext>
            </a:extLst>
          </p:cNvPr>
          <p:cNvSpPr>
            <a:spLocks noChangeAspect="1"/>
          </p:cNvSpPr>
          <p:nvPr/>
        </p:nvSpPr>
        <p:spPr>
          <a:xfrm>
            <a:off x="648783" y="3172475"/>
            <a:ext cx="252000" cy="252000"/>
          </a:xfrm>
          <a:prstGeom prst="rect">
            <a:avLst/>
          </a:prstGeom>
          <a:solidFill>
            <a:schemeClr val="bg1"/>
          </a:solidFill>
          <a:ln w="3175" cap="flat">
            <a:solidFill>
              <a:schemeClr val="accent5"/>
            </a:solidFill>
            <a:prstDash val="solid"/>
            <a:miter/>
          </a:ln>
        </p:spPr>
        <p:txBody>
          <a:bodyPr wrap="none">
            <a:noAutofit/>
          </a:bodyPr>
          <a:lstStyle/>
          <a:p>
            <a:endParaRPr lang="en-GB"/>
          </a:p>
        </p:txBody>
      </p:sp>
      <p:sp>
        <p:nvSpPr>
          <p:cNvPr id="61" name="Rectangle 60">
            <a:extLst>
              <a:ext uri="{FF2B5EF4-FFF2-40B4-BE49-F238E27FC236}">
                <a16:creationId xmlns:a16="http://schemas.microsoft.com/office/drawing/2014/main" id="{8C14A92C-CBC9-E9AC-CCE8-5AB2025E4FAC}"/>
              </a:ext>
            </a:extLst>
          </p:cNvPr>
          <p:cNvSpPr/>
          <p:nvPr/>
        </p:nvSpPr>
        <p:spPr>
          <a:xfrm>
            <a:off x="2441445" y="2363847"/>
            <a:ext cx="1559045" cy="12311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800" b="1" dirty="0">
                <a:solidFill>
                  <a:schemeClr val="accent6"/>
                </a:solidFill>
                <a:latin typeface="Arial" panose="020B0604020202020204" pitchFamily="34" charset="0"/>
                <a:cs typeface="Arial" panose="020B0604020202020204" pitchFamily="34" charset="0"/>
              </a:rPr>
              <a:t>Main colors (shades)</a:t>
            </a:r>
          </a:p>
        </p:txBody>
      </p:sp>
      <p:sp>
        <p:nvSpPr>
          <p:cNvPr id="62" name="Rectangle 61">
            <a:extLst>
              <a:ext uri="{FF2B5EF4-FFF2-40B4-BE49-F238E27FC236}">
                <a16:creationId xmlns:a16="http://schemas.microsoft.com/office/drawing/2014/main" id="{9A350740-7413-8314-C1CC-1EA066B7B588}"/>
              </a:ext>
            </a:extLst>
          </p:cNvPr>
          <p:cNvSpPr>
            <a:spLocks noChangeAspect="1"/>
          </p:cNvSpPr>
          <p:nvPr/>
        </p:nvSpPr>
        <p:spPr>
          <a:xfrm>
            <a:off x="2441445" y="3485681"/>
            <a:ext cx="252000" cy="252000"/>
          </a:xfrm>
          <a:prstGeom prst="rect">
            <a:avLst/>
          </a:prstGeom>
          <a:solidFill>
            <a:srgbClr val="E4DFC8"/>
          </a:solidFill>
          <a:ln w="9525" cap="flat">
            <a:noFill/>
            <a:prstDash val="solid"/>
            <a:miter/>
          </a:ln>
        </p:spPr>
        <p:txBody>
          <a:bodyPr wrap="none">
            <a:noAutofit/>
          </a:bodyPr>
          <a:lstStyle/>
          <a:p>
            <a:endParaRPr lang="en-GB"/>
          </a:p>
        </p:txBody>
      </p:sp>
      <p:sp>
        <p:nvSpPr>
          <p:cNvPr id="63" name="Rectangle 62">
            <a:extLst>
              <a:ext uri="{FF2B5EF4-FFF2-40B4-BE49-F238E27FC236}">
                <a16:creationId xmlns:a16="http://schemas.microsoft.com/office/drawing/2014/main" id="{CEC32D62-FA3F-5AE4-2607-03D4F8083829}"/>
              </a:ext>
            </a:extLst>
          </p:cNvPr>
          <p:cNvSpPr>
            <a:spLocks noChangeAspect="1"/>
          </p:cNvSpPr>
          <p:nvPr/>
        </p:nvSpPr>
        <p:spPr>
          <a:xfrm>
            <a:off x="2441445" y="2549509"/>
            <a:ext cx="252000" cy="252000"/>
          </a:xfrm>
          <a:prstGeom prst="rect">
            <a:avLst/>
          </a:prstGeom>
          <a:solidFill>
            <a:srgbClr val="4A090A"/>
          </a:solidFill>
          <a:ln w="9525" cap="flat">
            <a:noFill/>
            <a:prstDash val="solid"/>
            <a:miter/>
          </a:ln>
        </p:spPr>
        <p:txBody>
          <a:bodyPr wrap="none">
            <a:noAutofit/>
          </a:bodyPr>
          <a:lstStyle/>
          <a:p>
            <a:endParaRPr lang="en-GB"/>
          </a:p>
        </p:txBody>
      </p:sp>
      <p:sp>
        <p:nvSpPr>
          <p:cNvPr id="64" name="Rectangle 63">
            <a:extLst>
              <a:ext uri="{FF2B5EF4-FFF2-40B4-BE49-F238E27FC236}">
                <a16:creationId xmlns:a16="http://schemas.microsoft.com/office/drawing/2014/main" id="{CE4E08EF-1EC8-5E3F-CB83-6FB35E122D70}"/>
              </a:ext>
            </a:extLst>
          </p:cNvPr>
          <p:cNvSpPr>
            <a:spLocks noChangeAspect="1"/>
          </p:cNvSpPr>
          <p:nvPr/>
        </p:nvSpPr>
        <p:spPr>
          <a:xfrm>
            <a:off x="2441445" y="2861566"/>
            <a:ext cx="252000" cy="252000"/>
          </a:xfrm>
          <a:prstGeom prst="rect">
            <a:avLst/>
          </a:prstGeom>
          <a:solidFill>
            <a:srgbClr val="2D1F3B"/>
          </a:solidFill>
          <a:ln w="9525" cap="flat">
            <a:noFill/>
            <a:prstDash val="solid"/>
            <a:miter/>
          </a:ln>
        </p:spPr>
        <p:txBody>
          <a:bodyPr wrap="none">
            <a:noAutofit/>
          </a:bodyPr>
          <a:lstStyle/>
          <a:p>
            <a:endParaRPr lang="en-GB"/>
          </a:p>
        </p:txBody>
      </p:sp>
      <p:sp>
        <p:nvSpPr>
          <p:cNvPr id="65" name="Rectangle 64">
            <a:extLst>
              <a:ext uri="{FF2B5EF4-FFF2-40B4-BE49-F238E27FC236}">
                <a16:creationId xmlns:a16="http://schemas.microsoft.com/office/drawing/2014/main" id="{51F976D6-31CB-E713-8EC7-B81B65497E05}"/>
              </a:ext>
            </a:extLst>
          </p:cNvPr>
          <p:cNvSpPr>
            <a:spLocks noChangeAspect="1"/>
          </p:cNvSpPr>
          <p:nvPr/>
        </p:nvSpPr>
        <p:spPr>
          <a:xfrm>
            <a:off x="2441445" y="3172475"/>
            <a:ext cx="252000" cy="252000"/>
          </a:xfrm>
          <a:prstGeom prst="rect">
            <a:avLst/>
          </a:prstGeom>
          <a:solidFill>
            <a:srgbClr val="033138"/>
          </a:solidFill>
          <a:ln w="9525" cap="flat">
            <a:noFill/>
            <a:prstDash val="solid"/>
            <a:miter/>
          </a:ln>
        </p:spPr>
        <p:txBody>
          <a:bodyPr wrap="none">
            <a:noAutofit/>
          </a:bodyPr>
          <a:lstStyle/>
          <a:p>
            <a:endParaRPr lang="en-GB"/>
          </a:p>
        </p:txBody>
      </p:sp>
      <p:sp>
        <p:nvSpPr>
          <p:cNvPr id="66" name="Rectangle 65">
            <a:extLst>
              <a:ext uri="{FF2B5EF4-FFF2-40B4-BE49-F238E27FC236}">
                <a16:creationId xmlns:a16="http://schemas.microsoft.com/office/drawing/2014/main" id="{F4D45EA0-EB5B-C82C-7AB4-013BDE72B41D}"/>
              </a:ext>
            </a:extLst>
          </p:cNvPr>
          <p:cNvSpPr>
            <a:spLocks noChangeAspect="1"/>
          </p:cNvSpPr>
          <p:nvPr/>
        </p:nvSpPr>
        <p:spPr>
          <a:xfrm>
            <a:off x="2749380" y="3485681"/>
            <a:ext cx="252000" cy="252000"/>
          </a:xfrm>
          <a:prstGeom prst="rect">
            <a:avLst/>
          </a:prstGeom>
          <a:solidFill>
            <a:srgbClr val="EFECDD"/>
          </a:solidFill>
          <a:ln w="9525" cap="flat">
            <a:noFill/>
            <a:prstDash val="solid"/>
            <a:miter/>
          </a:ln>
        </p:spPr>
        <p:txBody>
          <a:bodyPr wrap="none">
            <a:noAutofit/>
          </a:bodyPr>
          <a:lstStyle/>
          <a:p>
            <a:endParaRPr lang="en-GB"/>
          </a:p>
        </p:txBody>
      </p:sp>
      <p:sp>
        <p:nvSpPr>
          <p:cNvPr id="67" name="Rectangle 66">
            <a:extLst>
              <a:ext uri="{FF2B5EF4-FFF2-40B4-BE49-F238E27FC236}">
                <a16:creationId xmlns:a16="http://schemas.microsoft.com/office/drawing/2014/main" id="{10CB4A8E-8D8F-0BAD-D550-C74441D65075}"/>
              </a:ext>
            </a:extLst>
          </p:cNvPr>
          <p:cNvSpPr>
            <a:spLocks noChangeAspect="1"/>
          </p:cNvSpPr>
          <p:nvPr/>
        </p:nvSpPr>
        <p:spPr>
          <a:xfrm>
            <a:off x="2749380" y="2549509"/>
            <a:ext cx="252000" cy="252000"/>
          </a:xfrm>
          <a:prstGeom prst="rect">
            <a:avLst/>
          </a:prstGeom>
          <a:solidFill>
            <a:schemeClr val="accent1"/>
          </a:solidFill>
          <a:ln w="9525" cap="flat">
            <a:noFill/>
            <a:prstDash val="solid"/>
            <a:miter/>
          </a:ln>
        </p:spPr>
        <p:txBody>
          <a:bodyPr wrap="none">
            <a:noAutofit/>
          </a:bodyPr>
          <a:lstStyle/>
          <a:p>
            <a:endParaRPr lang="en-GB"/>
          </a:p>
        </p:txBody>
      </p:sp>
      <p:sp>
        <p:nvSpPr>
          <p:cNvPr id="68" name="Rectangle 67">
            <a:extLst>
              <a:ext uri="{FF2B5EF4-FFF2-40B4-BE49-F238E27FC236}">
                <a16:creationId xmlns:a16="http://schemas.microsoft.com/office/drawing/2014/main" id="{265496DD-28CA-5768-4C06-D3697F24FAF7}"/>
              </a:ext>
            </a:extLst>
          </p:cNvPr>
          <p:cNvSpPr>
            <a:spLocks noChangeAspect="1"/>
          </p:cNvSpPr>
          <p:nvPr/>
        </p:nvSpPr>
        <p:spPr>
          <a:xfrm>
            <a:off x="2749380" y="2861566"/>
            <a:ext cx="252000" cy="252000"/>
          </a:xfrm>
          <a:prstGeom prst="rect">
            <a:avLst/>
          </a:prstGeom>
          <a:solidFill>
            <a:schemeClr val="accent2"/>
          </a:solidFill>
          <a:ln w="9525" cap="flat">
            <a:noFill/>
            <a:prstDash val="solid"/>
            <a:miter/>
          </a:ln>
        </p:spPr>
        <p:txBody>
          <a:bodyPr wrap="none">
            <a:noAutofit/>
          </a:bodyPr>
          <a:lstStyle/>
          <a:p>
            <a:endParaRPr lang="en-GB"/>
          </a:p>
        </p:txBody>
      </p:sp>
      <p:sp>
        <p:nvSpPr>
          <p:cNvPr id="69" name="Rectangle 68">
            <a:extLst>
              <a:ext uri="{FF2B5EF4-FFF2-40B4-BE49-F238E27FC236}">
                <a16:creationId xmlns:a16="http://schemas.microsoft.com/office/drawing/2014/main" id="{60A3F7E2-5752-BC29-D974-AAE86F789C28}"/>
              </a:ext>
            </a:extLst>
          </p:cNvPr>
          <p:cNvSpPr>
            <a:spLocks noChangeAspect="1"/>
          </p:cNvSpPr>
          <p:nvPr/>
        </p:nvSpPr>
        <p:spPr>
          <a:xfrm>
            <a:off x="2749380" y="3172475"/>
            <a:ext cx="252000" cy="252000"/>
          </a:xfrm>
          <a:prstGeom prst="rect">
            <a:avLst/>
          </a:prstGeom>
          <a:solidFill>
            <a:schemeClr val="accent3"/>
          </a:solidFill>
          <a:ln w="9525" cap="flat">
            <a:noFill/>
            <a:prstDash val="solid"/>
            <a:miter/>
          </a:ln>
        </p:spPr>
        <p:txBody>
          <a:bodyPr wrap="none">
            <a:noAutofit/>
          </a:bodyPr>
          <a:lstStyle/>
          <a:p>
            <a:endParaRPr lang="en-GB"/>
          </a:p>
        </p:txBody>
      </p:sp>
      <p:sp>
        <p:nvSpPr>
          <p:cNvPr id="70" name="Rectangle 69">
            <a:extLst>
              <a:ext uri="{FF2B5EF4-FFF2-40B4-BE49-F238E27FC236}">
                <a16:creationId xmlns:a16="http://schemas.microsoft.com/office/drawing/2014/main" id="{DAEAF731-C285-D1E6-A9B3-05853234599A}"/>
              </a:ext>
            </a:extLst>
          </p:cNvPr>
          <p:cNvSpPr>
            <a:spLocks noChangeAspect="1"/>
          </p:cNvSpPr>
          <p:nvPr/>
        </p:nvSpPr>
        <p:spPr>
          <a:xfrm>
            <a:off x="3057315" y="3485681"/>
            <a:ext cx="252000" cy="252000"/>
          </a:xfrm>
          <a:prstGeom prst="rect">
            <a:avLst/>
          </a:prstGeom>
          <a:solidFill>
            <a:srgbClr val="F5F2E6"/>
          </a:solidFill>
          <a:ln w="9525" cap="flat">
            <a:noFill/>
            <a:prstDash val="solid"/>
            <a:miter/>
          </a:ln>
        </p:spPr>
        <p:txBody>
          <a:bodyPr wrap="none">
            <a:noAutofit/>
          </a:bodyPr>
          <a:lstStyle/>
          <a:p>
            <a:endParaRPr lang="en-GB"/>
          </a:p>
        </p:txBody>
      </p:sp>
      <p:sp>
        <p:nvSpPr>
          <p:cNvPr id="71" name="Rectangle 70">
            <a:extLst>
              <a:ext uri="{FF2B5EF4-FFF2-40B4-BE49-F238E27FC236}">
                <a16:creationId xmlns:a16="http://schemas.microsoft.com/office/drawing/2014/main" id="{3500DCDD-9988-CDC7-4682-2B7DB9D9937E}"/>
              </a:ext>
            </a:extLst>
          </p:cNvPr>
          <p:cNvSpPr>
            <a:spLocks noChangeAspect="1"/>
          </p:cNvSpPr>
          <p:nvPr/>
        </p:nvSpPr>
        <p:spPr>
          <a:xfrm>
            <a:off x="3057315" y="2549509"/>
            <a:ext cx="252000" cy="252000"/>
          </a:xfrm>
          <a:prstGeom prst="rect">
            <a:avLst/>
          </a:prstGeom>
          <a:solidFill>
            <a:srgbClr val="AD2A2B"/>
          </a:solidFill>
          <a:ln w="9525" cap="flat">
            <a:noFill/>
            <a:prstDash val="solid"/>
            <a:miter/>
          </a:ln>
        </p:spPr>
        <p:txBody>
          <a:bodyPr wrap="none">
            <a:noAutofit/>
          </a:bodyPr>
          <a:lstStyle/>
          <a:p>
            <a:endParaRPr lang="en-GB"/>
          </a:p>
        </p:txBody>
      </p:sp>
      <p:sp>
        <p:nvSpPr>
          <p:cNvPr id="72" name="Rectangle 71">
            <a:extLst>
              <a:ext uri="{FF2B5EF4-FFF2-40B4-BE49-F238E27FC236}">
                <a16:creationId xmlns:a16="http://schemas.microsoft.com/office/drawing/2014/main" id="{F4A4DB35-45E2-A568-C4B1-8B192251A0C1}"/>
              </a:ext>
            </a:extLst>
          </p:cNvPr>
          <p:cNvSpPr>
            <a:spLocks noChangeAspect="1"/>
          </p:cNvSpPr>
          <p:nvPr/>
        </p:nvSpPr>
        <p:spPr>
          <a:xfrm>
            <a:off x="3057315" y="2861566"/>
            <a:ext cx="252000" cy="252000"/>
          </a:xfrm>
          <a:prstGeom prst="rect">
            <a:avLst/>
          </a:prstGeom>
          <a:solidFill>
            <a:srgbClr val="746188"/>
          </a:solidFill>
          <a:ln w="9525" cap="flat">
            <a:noFill/>
            <a:prstDash val="solid"/>
            <a:miter/>
          </a:ln>
        </p:spPr>
        <p:txBody>
          <a:bodyPr wrap="none">
            <a:noAutofit/>
          </a:bodyPr>
          <a:lstStyle/>
          <a:p>
            <a:endParaRPr lang="en-GB"/>
          </a:p>
        </p:txBody>
      </p:sp>
      <p:sp>
        <p:nvSpPr>
          <p:cNvPr id="73" name="Rectangle 72">
            <a:extLst>
              <a:ext uri="{FF2B5EF4-FFF2-40B4-BE49-F238E27FC236}">
                <a16:creationId xmlns:a16="http://schemas.microsoft.com/office/drawing/2014/main" id="{04639764-FE30-12A6-3474-D77A93DA1FE8}"/>
              </a:ext>
            </a:extLst>
          </p:cNvPr>
          <p:cNvSpPr>
            <a:spLocks noChangeAspect="1"/>
          </p:cNvSpPr>
          <p:nvPr/>
        </p:nvSpPr>
        <p:spPr>
          <a:xfrm>
            <a:off x="3057315" y="3172475"/>
            <a:ext cx="252000" cy="252000"/>
          </a:xfrm>
          <a:prstGeom prst="rect">
            <a:avLst/>
          </a:prstGeom>
          <a:solidFill>
            <a:srgbClr val="458C88"/>
          </a:solidFill>
          <a:ln w="9525" cap="flat">
            <a:noFill/>
            <a:prstDash val="solid"/>
            <a:miter/>
          </a:ln>
        </p:spPr>
        <p:txBody>
          <a:bodyPr wrap="none">
            <a:noAutofit/>
          </a:bodyPr>
          <a:lstStyle/>
          <a:p>
            <a:endParaRPr lang="en-GB"/>
          </a:p>
        </p:txBody>
      </p:sp>
      <p:sp>
        <p:nvSpPr>
          <p:cNvPr id="74" name="Rectangle 73">
            <a:extLst>
              <a:ext uri="{FF2B5EF4-FFF2-40B4-BE49-F238E27FC236}">
                <a16:creationId xmlns:a16="http://schemas.microsoft.com/office/drawing/2014/main" id="{E280DA4B-F662-2D93-412C-F4661C066F8D}"/>
              </a:ext>
            </a:extLst>
          </p:cNvPr>
          <p:cNvSpPr>
            <a:spLocks noChangeAspect="1"/>
          </p:cNvSpPr>
          <p:nvPr/>
        </p:nvSpPr>
        <p:spPr>
          <a:xfrm>
            <a:off x="3365250" y="3485681"/>
            <a:ext cx="252000" cy="252000"/>
          </a:xfrm>
          <a:prstGeom prst="rect">
            <a:avLst/>
          </a:prstGeom>
          <a:solidFill>
            <a:srgbClr val="FCFAF0"/>
          </a:solidFill>
          <a:ln w="9525" cap="flat">
            <a:noFill/>
            <a:prstDash val="solid"/>
            <a:miter/>
          </a:ln>
        </p:spPr>
        <p:txBody>
          <a:bodyPr wrap="none">
            <a:noAutofit/>
          </a:bodyPr>
          <a:lstStyle/>
          <a:p>
            <a:endParaRPr lang="en-GB"/>
          </a:p>
        </p:txBody>
      </p:sp>
      <p:sp>
        <p:nvSpPr>
          <p:cNvPr id="75" name="Rectangle 74">
            <a:extLst>
              <a:ext uri="{FF2B5EF4-FFF2-40B4-BE49-F238E27FC236}">
                <a16:creationId xmlns:a16="http://schemas.microsoft.com/office/drawing/2014/main" id="{456F57B8-498F-8D1C-CAB2-986CB1D33044}"/>
              </a:ext>
            </a:extLst>
          </p:cNvPr>
          <p:cNvSpPr>
            <a:spLocks noChangeAspect="1"/>
          </p:cNvSpPr>
          <p:nvPr/>
        </p:nvSpPr>
        <p:spPr>
          <a:xfrm>
            <a:off x="3365250" y="2549509"/>
            <a:ext cx="252000" cy="252000"/>
          </a:xfrm>
          <a:prstGeom prst="rect">
            <a:avLst/>
          </a:prstGeom>
          <a:solidFill>
            <a:srgbClr val="C85657"/>
          </a:solidFill>
          <a:ln w="9525" cap="flat">
            <a:noFill/>
            <a:prstDash val="solid"/>
            <a:miter/>
          </a:ln>
        </p:spPr>
        <p:txBody>
          <a:bodyPr wrap="none">
            <a:noAutofit/>
          </a:bodyPr>
          <a:lstStyle/>
          <a:p>
            <a:endParaRPr lang="en-GB"/>
          </a:p>
        </p:txBody>
      </p:sp>
      <p:sp>
        <p:nvSpPr>
          <p:cNvPr id="76" name="Rectangle 75">
            <a:extLst>
              <a:ext uri="{FF2B5EF4-FFF2-40B4-BE49-F238E27FC236}">
                <a16:creationId xmlns:a16="http://schemas.microsoft.com/office/drawing/2014/main" id="{F697FE42-F63C-949F-D83C-C966183970C3}"/>
              </a:ext>
            </a:extLst>
          </p:cNvPr>
          <p:cNvSpPr>
            <a:spLocks noChangeAspect="1"/>
          </p:cNvSpPr>
          <p:nvPr/>
        </p:nvSpPr>
        <p:spPr>
          <a:xfrm>
            <a:off x="3365250" y="2861566"/>
            <a:ext cx="252000" cy="252000"/>
          </a:xfrm>
          <a:prstGeom prst="rect">
            <a:avLst/>
          </a:prstGeom>
          <a:solidFill>
            <a:srgbClr val="B1A2C1"/>
          </a:solidFill>
          <a:ln w="9525" cap="flat">
            <a:noFill/>
            <a:prstDash val="solid"/>
            <a:miter/>
          </a:ln>
        </p:spPr>
        <p:txBody>
          <a:bodyPr wrap="none">
            <a:noAutofit/>
          </a:bodyPr>
          <a:lstStyle/>
          <a:p>
            <a:endParaRPr lang="en-GB"/>
          </a:p>
        </p:txBody>
      </p:sp>
      <p:sp>
        <p:nvSpPr>
          <p:cNvPr id="77" name="Rectangle 76">
            <a:extLst>
              <a:ext uri="{FF2B5EF4-FFF2-40B4-BE49-F238E27FC236}">
                <a16:creationId xmlns:a16="http://schemas.microsoft.com/office/drawing/2014/main" id="{A4FF7EBE-D195-7CAB-2E54-1DB168E38A60}"/>
              </a:ext>
            </a:extLst>
          </p:cNvPr>
          <p:cNvSpPr>
            <a:spLocks noChangeAspect="1"/>
          </p:cNvSpPr>
          <p:nvPr/>
        </p:nvSpPr>
        <p:spPr>
          <a:xfrm>
            <a:off x="3365250" y="3172475"/>
            <a:ext cx="252000" cy="252000"/>
          </a:xfrm>
          <a:prstGeom prst="rect">
            <a:avLst/>
          </a:prstGeom>
          <a:solidFill>
            <a:srgbClr val="BAE0D6"/>
          </a:solidFill>
          <a:ln w="9525" cap="flat">
            <a:noFill/>
            <a:prstDash val="solid"/>
            <a:miter/>
          </a:ln>
        </p:spPr>
        <p:txBody>
          <a:bodyPr wrap="none">
            <a:noAutofit/>
          </a:bodyPr>
          <a:lstStyle/>
          <a:p>
            <a:endParaRPr lang="en-GB"/>
          </a:p>
        </p:txBody>
      </p:sp>
      <p:sp>
        <p:nvSpPr>
          <p:cNvPr id="78" name="Rectangle 77">
            <a:extLst>
              <a:ext uri="{FF2B5EF4-FFF2-40B4-BE49-F238E27FC236}">
                <a16:creationId xmlns:a16="http://schemas.microsoft.com/office/drawing/2014/main" id="{48FB9600-D532-9453-37D4-31FDE347CB17}"/>
              </a:ext>
            </a:extLst>
          </p:cNvPr>
          <p:cNvSpPr>
            <a:spLocks noChangeAspect="1"/>
          </p:cNvSpPr>
          <p:nvPr/>
        </p:nvSpPr>
        <p:spPr>
          <a:xfrm>
            <a:off x="3673185" y="3485681"/>
            <a:ext cx="252000" cy="252000"/>
          </a:xfrm>
          <a:prstGeom prst="rect">
            <a:avLst/>
          </a:prstGeom>
          <a:solidFill>
            <a:srgbClr val="FFFDF6"/>
          </a:solidFill>
          <a:ln w="9525" cap="flat">
            <a:noFill/>
            <a:prstDash val="solid"/>
            <a:miter/>
          </a:ln>
        </p:spPr>
        <p:txBody>
          <a:bodyPr wrap="none">
            <a:noAutofit/>
          </a:bodyPr>
          <a:lstStyle/>
          <a:p>
            <a:endParaRPr lang="en-GB" dirty="0"/>
          </a:p>
        </p:txBody>
      </p:sp>
      <p:sp>
        <p:nvSpPr>
          <p:cNvPr id="79" name="Rectangle 78">
            <a:extLst>
              <a:ext uri="{FF2B5EF4-FFF2-40B4-BE49-F238E27FC236}">
                <a16:creationId xmlns:a16="http://schemas.microsoft.com/office/drawing/2014/main" id="{F42D1229-61AE-AD6F-BD61-3AC9B681D5AA}"/>
              </a:ext>
            </a:extLst>
          </p:cNvPr>
          <p:cNvSpPr>
            <a:spLocks noChangeAspect="1"/>
          </p:cNvSpPr>
          <p:nvPr/>
        </p:nvSpPr>
        <p:spPr>
          <a:xfrm>
            <a:off x="3673185" y="2549509"/>
            <a:ext cx="252000" cy="252000"/>
          </a:xfrm>
          <a:prstGeom prst="rect">
            <a:avLst/>
          </a:prstGeom>
          <a:solidFill>
            <a:srgbClr val="F7C9C9"/>
          </a:solidFill>
          <a:ln w="9525" cap="flat">
            <a:noFill/>
            <a:prstDash val="solid"/>
            <a:miter/>
          </a:ln>
        </p:spPr>
        <p:txBody>
          <a:bodyPr wrap="none">
            <a:noAutofit/>
          </a:bodyPr>
          <a:lstStyle/>
          <a:p>
            <a:endParaRPr lang="en-GB"/>
          </a:p>
        </p:txBody>
      </p:sp>
      <p:sp>
        <p:nvSpPr>
          <p:cNvPr id="80" name="Rectangle 79">
            <a:extLst>
              <a:ext uri="{FF2B5EF4-FFF2-40B4-BE49-F238E27FC236}">
                <a16:creationId xmlns:a16="http://schemas.microsoft.com/office/drawing/2014/main" id="{312358C5-AF31-205D-5BAF-0376916B37D3}"/>
              </a:ext>
            </a:extLst>
          </p:cNvPr>
          <p:cNvSpPr>
            <a:spLocks noChangeAspect="1"/>
          </p:cNvSpPr>
          <p:nvPr/>
        </p:nvSpPr>
        <p:spPr>
          <a:xfrm>
            <a:off x="3673185" y="2861566"/>
            <a:ext cx="252000" cy="252000"/>
          </a:xfrm>
          <a:prstGeom prst="rect">
            <a:avLst/>
          </a:prstGeom>
          <a:solidFill>
            <a:srgbClr val="F7F2FD"/>
          </a:solidFill>
          <a:ln w="9525" cap="flat">
            <a:noFill/>
            <a:prstDash val="solid"/>
            <a:miter/>
          </a:ln>
        </p:spPr>
        <p:txBody>
          <a:bodyPr wrap="none">
            <a:noAutofit/>
          </a:bodyPr>
          <a:lstStyle/>
          <a:p>
            <a:endParaRPr lang="en-GB"/>
          </a:p>
        </p:txBody>
      </p:sp>
      <p:sp>
        <p:nvSpPr>
          <p:cNvPr id="81" name="Rectangle 80">
            <a:extLst>
              <a:ext uri="{FF2B5EF4-FFF2-40B4-BE49-F238E27FC236}">
                <a16:creationId xmlns:a16="http://schemas.microsoft.com/office/drawing/2014/main" id="{DB80DD81-E5FE-5A8A-133A-B4F778AD5D09}"/>
              </a:ext>
            </a:extLst>
          </p:cNvPr>
          <p:cNvSpPr>
            <a:spLocks noChangeAspect="1"/>
          </p:cNvSpPr>
          <p:nvPr/>
        </p:nvSpPr>
        <p:spPr>
          <a:xfrm>
            <a:off x="3673185" y="3172475"/>
            <a:ext cx="252000" cy="252000"/>
          </a:xfrm>
          <a:prstGeom prst="rect">
            <a:avLst/>
          </a:prstGeom>
          <a:solidFill>
            <a:srgbClr val="F0F8F6"/>
          </a:solidFill>
          <a:ln w="9525" cap="flat">
            <a:noFill/>
            <a:prstDash val="solid"/>
            <a:miter/>
          </a:ln>
        </p:spPr>
        <p:txBody>
          <a:bodyPr wrap="none">
            <a:noAutofit/>
          </a:bodyPr>
          <a:lstStyle/>
          <a:p>
            <a:endParaRPr lang="en-GB"/>
          </a:p>
        </p:txBody>
      </p:sp>
      <p:sp>
        <p:nvSpPr>
          <p:cNvPr id="83" name="Rectangle 82">
            <a:extLst>
              <a:ext uri="{FF2B5EF4-FFF2-40B4-BE49-F238E27FC236}">
                <a16:creationId xmlns:a16="http://schemas.microsoft.com/office/drawing/2014/main" id="{0C0B81EF-9419-D910-142B-36CA153C5F25}"/>
              </a:ext>
            </a:extLst>
          </p:cNvPr>
          <p:cNvSpPr>
            <a:spLocks noChangeAspect="1"/>
          </p:cNvSpPr>
          <p:nvPr/>
        </p:nvSpPr>
        <p:spPr>
          <a:xfrm>
            <a:off x="3981120" y="2549509"/>
            <a:ext cx="252000" cy="252000"/>
          </a:xfrm>
          <a:prstGeom prst="rect">
            <a:avLst/>
          </a:prstGeom>
          <a:solidFill>
            <a:srgbClr val="FAF0F0"/>
          </a:solidFill>
          <a:ln w="9525" cap="flat">
            <a:noFill/>
            <a:prstDash val="solid"/>
            <a:miter/>
          </a:ln>
        </p:spPr>
        <p:txBody>
          <a:bodyPr wrap="none">
            <a:noAutofit/>
          </a:bodyPr>
          <a:lstStyle/>
          <a:p>
            <a:endParaRPr lang="en-GB"/>
          </a:p>
        </p:txBody>
      </p:sp>
      <p:sp>
        <p:nvSpPr>
          <p:cNvPr id="86" name="Rectangle 85">
            <a:extLst>
              <a:ext uri="{FF2B5EF4-FFF2-40B4-BE49-F238E27FC236}">
                <a16:creationId xmlns:a16="http://schemas.microsoft.com/office/drawing/2014/main" id="{E4ACB505-24DF-6D56-AE90-DBC3BC48E87B}"/>
              </a:ext>
            </a:extLst>
          </p:cNvPr>
          <p:cNvSpPr>
            <a:spLocks noChangeAspect="1"/>
          </p:cNvSpPr>
          <p:nvPr/>
        </p:nvSpPr>
        <p:spPr>
          <a:xfrm>
            <a:off x="6081176" y="2861566"/>
            <a:ext cx="252000" cy="252000"/>
          </a:xfrm>
          <a:prstGeom prst="rect">
            <a:avLst/>
          </a:prstGeom>
          <a:solidFill>
            <a:schemeClr val="accent1"/>
          </a:solidFill>
          <a:ln w="9525" cap="flat">
            <a:noFill/>
            <a:prstDash val="solid"/>
            <a:miter/>
          </a:ln>
        </p:spPr>
        <p:txBody>
          <a:bodyPr wrap="none">
            <a:noAutofit/>
          </a:bodyPr>
          <a:lstStyle/>
          <a:p>
            <a:endParaRPr lang="en-GB"/>
          </a:p>
        </p:txBody>
      </p:sp>
      <p:sp>
        <p:nvSpPr>
          <p:cNvPr id="88" name="Rectangle 87">
            <a:extLst>
              <a:ext uri="{FF2B5EF4-FFF2-40B4-BE49-F238E27FC236}">
                <a16:creationId xmlns:a16="http://schemas.microsoft.com/office/drawing/2014/main" id="{1190CF66-9089-2A21-F4FE-5166A62FFD7D}"/>
              </a:ext>
            </a:extLst>
          </p:cNvPr>
          <p:cNvSpPr/>
          <p:nvPr/>
        </p:nvSpPr>
        <p:spPr>
          <a:xfrm>
            <a:off x="323998" y="1692000"/>
            <a:ext cx="8097626" cy="407804"/>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800" dirty="0">
                <a:solidFill>
                  <a:schemeClr val="accent6"/>
                </a:solidFill>
                <a:latin typeface="Arial" panose="020B0604020202020204" pitchFamily="34" charset="0"/>
                <a:cs typeface="Arial" panose="020B0604020202020204" pitchFamily="34" charset="0"/>
              </a:rPr>
              <a:t>To use the the Eyedropper tool in PowerPoint, select the object you want to color, then go to Shape Fill or Text Fill on the Format tab and click the Eyedropper tool.</a:t>
            </a:r>
            <a:br>
              <a:rPr lang="en-GB" sz="800" dirty="0">
                <a:solidFill>
                  <a:schemeClr val="accent6"/>
                </a:solidFill>
                <a:latin typeface="Arial" panose="020B0604020202020204" pitchFamily="34" charset="0"/>
                <a:cs typeface="Arial" panose="020B0604020202020204" pitchFamily="34" charset="0"/>
              </a:rPr>
            </a:br>
            <a:r>
              <a:rPr lang="en-GB" sz="800" dirty="0">
                <a:solidFill>
                  <a:schemeClr val="accent6"/>
                </a:solidFill>
                <a:latin typeface="Arial" panose="020B0604020202020204" pitchFamily="34" charset="0"/>
                <a:cs typeface="Arial" panose="020B0604020202020204" pitchFamily="34" charset="0"/>
              </a:rPr>
              <a:t>You can then click on any color within your presentation, an image, or even outside the presentation window (by clicking and dragging) to apply that color to the selected object.</a:t>
            </a:r>
          </a:p>
          <a:p>
            <a:pPr>
              <a:spcAft>
                <a:spcPts val="300"/>
              </a:spcAft>
            </a:pPr>
            <a:r>
              <a:rPr lang="en-GB" sz="800" dirty="0">
                <a:solidFill>
                  <a:schemeClr val="accent6"/>
                </a:solidFill>
                <a:latin typeface="Arial" panose="020B0604020202020204" pitchFamily="34" charset="0"/>
                <a:cs typeface="Arial" panose="020B0604020202020204" pitchFamily="34" charset="0"/>
              </a:rPr>
              <a:t>You can also copy/paste HEX codes by clicking one of the colors below and going to Shape format &gt; Shape fill &gt; arrow down &gt; more fill colors… &gt;  HEX color</a:t>
            </a:r>
          </a:p>
        </p:txBody>
      </p:sp>
      <p:sp>
        <p:nvSpPr>
          <p:cNvPr id="90" name="Pladsholder til tekst 2">
            <a:extLst>
              <a:ext uri="{FF2B5EF4-FFF2-40B4-BE49-F238E27FC236}">
                <a16:creationId xmlns:a16="http://schemas.microsoft.com/office/drawing/2014/main" id="{B8FA98F9-7946-DBEE-BA80-77DBFAC71A1A}"/>
              </a:ext>
            </a:extLst>
          </p:cNvPr>
          <p:cNvSpPr txBox="1">
            <a:spLocks/>
          </p:cNvSpPr>
          <p:nvPr/>
        </p:nvSpPr>
        <p:spPr>
          <a:xfrm>
            <a:off x="323998" y="4470500"/>
            <a:ext cx="8496152" cy="216000"/>
          </a:xfrm>
          <a:prstGeom prst="rect">
            <a:avLst/>
          </a:prstGeom>
          <a:solidFill>
            <a:srgbClr val="FFFF00"/>
          </a:solidFill>
        </p:spPr>
        <p:txBody>
          <a:bodyPr vert="horz" wrap="square" lIns="0" tIns="0" rIns="0" bIns="0" rtlCol="0" anchor="ctr">
            <a:noAutofit/>
          </a:bodyPr>
          <a:lstStyle>
            <a:lvl1pPr marL="0" indent="0" algn="l" defTabSz="1125437" rtl="0" eaLnBrk="1" latinLnBrk="0" hangingPunct="1">
              <a:spcBef>
                <a:spcPts val="0"/>
              </a:spcBef>
              <a:buFont typeface="Arial" panose="020B0604020202020204" pitchFamily="34" charset="0"/>
              <a:buNone/>
              <a:defRPr sz="2400" b="0" i="0" kern="1200">
                <a:solidFill>
                  <a:schemeClr val="tx1"/>
                </a:solidFill>
                <a:latin typeface="PP Eiko Light" pitchFamily="2" charset="-128"/>
                <a:ea typeface="PP Eiko Light" pitchFamily="2" charset="-128"/>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pPr algn="ctr"/>
            <a:r>
              <a:rPr lang="en-GB" sz="1000" b="1" dirty="0">
                <a:solidFill>
                  <a:schemeClr val="accent6"/>
                </a:solidFill>
                <a:latin typeface="Arial" panose="020B0604020202020204" pitchFamily="34" charset="0"/>
              </a:rPr>
              <a:t>REFERENCE ONLY – REMOVE BEFORE PUBLISHING</a:t>
            </a:r>
          </a:p>
        </p:txBody>
      </p:sp>
    </p:spTree>
    <p:extLst>
      <p:ext uri="{BB962C8B-B14F-4D97-AF65-F5344CB8AC3E}">
        <p14:creationId xmlns:p14="http://schemas.microsoft.com/office/powerpoint/2010/main" val="1644568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4026-F611-B12E-A528-4A411E322614}"/>
            </a:ext>
          </a:extLst>
        </p:cNvPr>
        <p:cNvGrpSpPr/>
        <p:nvPr/>
      </p:nvGrpSpPr>
      <p:grpSpPr>
        <a:xfrm>
          <a:off x="0" y="0"/>
          <a:ext cx="0" cy="0"/>
          <a:chOff x="0" y="0"/>
          <a:chExt cx="0" cy="0"/>
        </a:xfrm>
      </p:grpSpPr>
      <p:sp>
        <p:nvSpPr>
          <p:cNvPr id="4" name="Pladsholder til tekst 1">
            <a:extLst>
              <a:ext uri="{FF2B5EF4-FFF2-40B4-BE49-F238E27FC236}">
                <a16:creationId xmlns:a16="http://schemas.microsoft.com/office/drawing/2014/main" id="{5AAA3FDC-C365-8604-7DED-404AA59F5504}"/>
              </a:ext>
            </a:extLst>
          </p:cNvPr>
          <p:cNvSpPr txBox="1">
            <a:spLocks/>
          </p:cNvSpPr>
          <p:nvPr/>
        </p:nvSpPr>
        <p:spPr>
          <a:xfrm>
            <a:off x="329382" y="609311"/>
            <a:ext cx="7362336" cy="646331"/>
          </a:xfrm>
          <a:prstGeom prst="rect">
            <a:avLst/>
          </a:prstGeom>
        </p:spPr>
        <p:txBody>
          <a:bodyPr vert="horz" lIns="0" tIns="0" rIns="0" bIns="0" rtlCol="0">
            <a:normAutofit/>
          </a:bodyPr>
          <a:lstStyle>
            <a:lvl1pPr marL="0" indent="0" algn="l" defTabSz="1125437" rtl="0" eaLnBrk="1" latinLnBrk="0" hangingPunct="1">
              <a:spcBef>
                <a:spcPts val="0"/>
              </a:spcBef>
              <a:buFont typeface="Arial" panose="020B0604020202020204" pitchFamily="34" charset="0"/>
              <a:buNone/>
              <a:defRPr sz="1000" kern="1200">
                <a:solidFill>
                  <a:schemeClr val="accent6"/>
                </a:solidFill>
                <a:latin typeface="Arial" panose="020B0604020202020204" pitchFamily="34" charset="0"/>
                <a:ea typeface="+mn-ea"/>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a:solidFill>
                  <a:schemeClr val="bg1"/>
                </a:solidFill>
                <a:latin typeface="PP Eiko Light" pitchFamily="2" charset="-128"/>
                <a:ea typeface="PP Eiko Light" pitchFamily="2" charset="-128"/>
              </a:rPr>
              <a:t>Cape Capital AG</a:t>
            </a:r>
            <a:br>
              <a:rPr lang="en-GB">
                <a:solidFill>
                  <a:schemeClr val="bg1"/>
                </a:solidFill>
                <a:latin typeface="PP Eiko Light" pitchFamily="2" charset="-128"/>
                <a:ea typeface="PP Eiko Light" pitchFamily="2" charset="-128"/>
              </a:rPr>
            </a:br>
            <a:r>
              <a:rPr lang="en-GB" sz="1800">
                <a:solidFill>
                  <a:schemeClr val="bg1"/>
                </a:solidFill>
                <a:latin typeface="PP Eiko Light" pitchFamily="2" charset="-128"/>
                <a:ea typeface="PP Eiko Light" pitchFamily="2" charset="-128"/>
              </a:rPr>
              <a:t>Important notice and disclaimer</a:t>
            </a:r>
            <a:endParaRPr lang="en-GB">
              <a:solidFill>
                <a:schemeClr val="bg1"/>
              </a:solidFill>
              <a:latin typeface="PP Eiko Light" pitchFamily="2" charset="-128"/>
              <a:ea typeface="PP Eiko Light" pitchFamily="2" charset="-128"/>
            </a:endParaRPr>
          </a:p>
        </p:txBody>
      </p:sp>
      <p:sp>
        <p:nvSpPr>
          <p:cNvPr id="5" name="Pladsholder til tekst 2">
            <a:extLst>
              <a:ext uri="{FF2B5EF4-FFF2-40B4-BE49-F238E27FC236}">
                <a16:creationId xmlns:a16="http://schemas.microsoft.com/office/drawing/2014/main" id="{F0F15D7D-165D-E29D-3E83-3F54917C5ED9}"/>
              </a:ext>
            </a:extLst>
          </p:cNvPr>
          <p:cNvSpPr txBox="1">
            <a:spLocks/>
          </p:cNvSpPr>
          <p:nvPr/>
        </p:nvSpPr>
        <p:spPr>
          <a:xfrm>
            <a:off x="332650" y="1511223"/>
            <a:ext cx="4322973" cy="1354217"/>
          </a:xfrm>
          <a:prstGeom prst="rect">
            <a:avLst/>
          </a:prstGeom>
        </p:spPr>
        <p:txBody>
          <a:bodyPr vert="horz" wrap="square" lIns="0" tIns="0" rIns="0" bIns="0" rtlCol="0">
            <a:spAutoFit/>
          </a:bodyPr>
          <a:lstStyle>
            <a:lvl1pPr marL="0" indent="0" algn="l" defTabSz="1125437" rtl="0" eaLnBrk="1" latinLnBrk="0" hangingPunct="1">
              <a:spcBef>
                <a:spcPts val="0"/>
              </a:spcBef>
              <a:buFont typeface="Arial" panose="020B0604020202020204" pitchFamily="34" charset="0"/>
              <a:buNone/>
              <a:defRPr sz="1000" kern="1200">
                <a:solidFill>
                  <a:schemeClr val="accent6"/>
                </a:solidFill>
                <a:latin typeface="Arial" panose="020B0604020202020204" pitchFamily="34" charset="0"/>
                <a:ea typeface="+mn-ea"/>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sz="800">
                <a:solidFill>
                  <a:schemeClr val="bg1"/>
                </a:solidFill>
              </a:rPr>
              <a:t>This presentation is for sophisticated/qualified investors only.</a:t>
            </a:r>
          </a:p>
          <a:p>
            <a:endParaRPr lang="en-GB" sz="800">
              <a:solidFill>
                <a:schemeClr val="bg1"/>
              </a:solidFill>
            </a:endParaRPr>
          </a:p>
          <a:p>
            <a:r>
              <a:rPr lang="en-GB" sz="800">
                <a:solidFill>
                  <a:schemeClr val="bg1"/>
                </a:solidFill>
              </a:rPr>
              <a:t>Cape Capital AG does not offer investment services to, or solicit such services to the general public. The information herein is exclusively intended for the private use of the addressee. Any form of duplication or distribution is prohibited by law.</a:t>
            </a:r>
          </a:p>
          <a:p>
            <a:endParaRPr lang="en-GB" sz="800">
              <a:solidFill>
                <a:schemeClr val="bg1"/>
              </a:solidFill>
            </a:endParaRPr>
          </a:p>
          <a:p>
            <a:r>
              <a:rPr lang="en-GB" sz="800">
                <a:solidFill>
                  <a:schemeClr val="bg1"/>
                </a:solidFill>
              </a:rPr>
              <a:t>Past performance is not guidance for future performance. </a:t>
            </a:r>
          </a:p>
          <a:p>
            <a:endParaRPr lang="en-GB" sz="800">
              <a:solidFill>
                <a:schemeClr val="bg1"/>
              </a:solidFill>
            </a:endParaRPr>
          </a:p>
          <a:p>
            <a:r>
              <a:rPr lang="en-GB" sz="800">
                <a:solidFill>
                  <a:schemeClr val="bg1"/>
                </a:solidFill>
              </a:rPr>
              <a:t>Updated in 2024 Cape Capital AG, Zurich.</a:t>
            </a:r>
          </a:p>
          <a:p>
            <a:endParaRPr lang="en-GB" sz="800">
              <a:solidFill>
                <a:schemeClr val="bg1"/>
              </a:solidFill>
            </a:endParaRPr>
          </a:p>
          <a:p>
            <a:r>
              <a:rPr lang="en-GB" sz="800">
                <a:solidFill>
                  <a:schemeClr val="bg1"/>
                </a:solidFill>
              </a:rPr>
              <a:t>All rights reserved.</a:t>
            </a:r>
            <a:endParaRPr lang="en-GB" sz="800" dirty="0">
              <a:solidFill>
                <a:schemeClr val="bg1"/>
              </a:solidFill>
            </a:endParaRPr>
          </a:p>
        </p:txBody>
      </p:sp>
    </p:spTree>
    <p:extLst>
      <p:ext uri="{BB962C8B-B14F-4D97-AF65-F5344CB8AC3E}">
        <p14:creationId xmlns:p14="http://schemas.microsoft.com/office/powerpoint/2010/main" val="1557528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600701"/>
      </p:ext>
    </p:extLst>
  </p:cSld>
  <p:clrMapOvr>
    <a:masterClrMapping/>
  </p:clrMapOvr>
</p:sld>
</file>

<file path=ppt/theme/theme1.xml><?xml version="1.0" encoding="utf-8"?>
<a:theme xmlns:a="http://schemas.openxmlformats.org/drawingml/2006/main" name="Content">
  <a:themeElements>
    <a:clrScheme name="Cape Capital">
      <a:dk1>
        <a:srgbClr val="000000"/>
      </a:dk1>
      <a:lt1>
        <a:srgbClr val="FFFFFF"/>
      </a:lt1>
      <a:dk2>
        <a:srgbClr val="3B3B3B"/>
      </a:dk2>
      <a:lt2>
        <a:srgbClr val="FFFFFF"/>
      </a:lt2>
      <a:accent1>
        <a:srgbClr val="831011"/>
      </a:accent1>
      <a:accent2>
        <a:srgbClr val="403050"/>
      </a:accent2>
      <a:accent3>
        <a:srgbClr val="044049"/>
      </a:accent3>
      <a:accent4>
        <a:srgbClr val="EEF0F3"/>
      </a:accent4>
      <a:accent5>
        <a:srgbClr val="C8CBD1"/>
      </a:accent5>
      <a:accent6>
        <a:srgbClr val="4C4F56"/>
      </a:accent6>
      <a:hlink>
        <a:srgbClr val="831011"/>
      </a:hlink>
      <a:folHlink>
        <a:srgbClr val="83101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0795" cap="rnd">
          <a:noFill/>
          <a:prstDash val="sysDot"/>
        </a:ln>
      </a:spPr>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lgn="l">
          <a:lnSpc>
            <a:spcPct val="87000"/>
          </a:lnSpc>
          <a:spcAft>
            <a:spcPts val="300"/>
          </a:spcAft>
          <a:defRPr sz="1000" dirty="0" smtClean="0">
            <a:solidFill>
              <a:schemeClr val="tx2"/>
            </a:solidFill>
            <a:latin typeface="EpocaClassic-Light"/>
            <a:cs typeface="Arial" panose="020B0604020202020204" pitchFamily="34" charset="0"/>
          </a:defRPr>
        </a:defPPr>
      </a:lstStyle>
      <a:style>
        <a:lnRef idx="2">
          <a:schemeClr val="dk1"/>
        </a:lnRef>
        <a:fillRef idx="1">
          <a:schemeClr val="lt1"/>
        </a:fillRef>
        <a:effectRef idx="0">
          <a:schemeClr val="dk1"/>
        </a:effectRef>
        <a:fontRef idx="minor">
          <a:schemeClr val="dk1"/>
        </a:fontRef>
      </a:style>
    </a:spDef>
    <a:lnDef>
      <a:spPr>
        <a:ln w="6350">
          <a:solidFill>
            <a:schemeClr val="accent3"/>
          </a:solidFill>
          <a:prstDash val="solid"/>
        </a:ln>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spAutoFit/>
      </a:bodyPr>
      <a:lstStyle>
        <a:defPPr algn="l">
          <a:lnSpc>
            <a:spcPct val="120000"/>
          </a:lnSpc>
          <a:defRPr sz="900" dirty="0" smtClean="0">
            <a:latin typeface="EpocaClassic-Light" pitchFamily="2" charset="77"/>
          </a:defRPr>
        </a:defPPr>
      </a:lstStyle>
    </a:txDef>
  </a:objectDefaults>
  <a:extraClrSchemeLst/>
  <a:extLst>
    <a:ext uri="{05A4C25C-085E-4340-85A3-A5531E510DB2}">
      <thm15:themeFamily xmlns:thm15="http://schemas.microsoft.com/office/thememl/2012/main" name="MyWeeklyTemplate v2" id="{3EF2F2F9-1F78-4786-A285-2D48E0BB5746}" vid="{F3A23DCB-7F69-45E5-A4E7-2331FA8173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0C0699A-009A-4FF1-9934-558CC6AA0291}">
  <we:reference id="f5f369e5-aa35-49d7-ad7b-638152ddb008" version="1.0.0.0" store="EXCatalog" storeType="EXCatalog"/>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7c367341-0f7d-4b3e-91dd-f5e400456252">
      <UserInfo>
        <DisplayName>Marion Cutting</DisplayName>
        <AccountId>11</AccountId>
        <AccountType/>
      </UserInfo>
      <UserInfo>
        <DisplayName>Michael Knuchel</DisplayName>
        <AccountId>26</AccountId>
        <AccountType/>
      </UserInfo>
      <UserInfo>
        <DisplayName>Stephan J. Vlcek</DisplayName>
        <AccountId>18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D7A80D8F256944BBA8A3E6DA7C15A38" ma:contentTypeVersion="11" ma:contentTypeDescription="Create a new document." ma:contentTypeScope="" ma:versionID="d29f123c1b0986854cf112dd5b2f084e">
  <xsd:schema xmlns:xsd="http://www.w3.org/2001/XMLSchema" xmlns:xs="http://www.w3.org/2001/XMLSchema" xmlns:p="http://schemas.microsoft.com/office/2006/metadata/properties" xmlns:ns1="http://schemas.microsoft.com/sharepoint/v3" xmlns:ns2="d99907bc-bee6-4ba9-b364-a4087bf24aac" xmlns:ns3="7c367341-0f7d-4b3e-91dd-f5e400456252" targetNamespace="http://schemas.microsoft.com/office/2006/metadata/properties" ma:root="true" ma:fieldsID="1c21cc311c398d624808436f52c85b37" ns1:_="" ns2:_="" ns3:_="">
    <xsd:import namespace="http://schemas.microsoft.com/sharepoint/v3"/>
    <xsd:import namespace="d99907bc-bee6-4ba9-b364-a4087bf24aac"/>
    <xsd:import namespace="7c367341-0f7d-4b3e-91dd-f5e40045625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99907bc-bee6-4ba9-b364-a4087bf24a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367341-0f7d-4b3e-91dd-f5e4004562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1716F9-1306-4599-89D5-E246932D325E}">
  <ds:schemaRefs>
    <ds:schemaRef ds:uri="http://purl.org/dc/dcmitype/"/>
    <ds:schemaRef ds:uri="http://schemas.openxmlformats.org/package/2006/metadata/core-properties"/>
    <ds:schemaRef ds:uri="http://purl.org/dc/elements/1.1/"/>
    <ds:schemaRef ds:uri="http://schemas.microsoft.com/sharepoint/v3"/>
    <ds:schemaRef ds:uri="http://schemas.microsoft.com/office/2006/metadata/properties"/>
    <ds:schemaRef ds:uri="7121fa09-6651-4e73-9ecf-6d262cbf1ce1"/>
    <ds:schemaRef ds:uri="http://www.w3.org/XML/1998/namespace"/>
    <ds:schemaRef ds:uri="http://schemas.microsoft.com/office/2006/documentManagement/types"/>
    <ds:schemaRef ds:uri="http://purl.org/dc/terms/"/>
    <ds:schemaRef ds:uri="http://schemas.microsoft.com/office/infopath/2007/PartnerControls"/>
    <ds:schemaRef ds:uri="4ba28a03-acf0-4ca2-938e-4a009d013667"/>
    <ds:schemaRef ds:uri="51b2a523-c005-45d5-9747-75d3a8e1759c"/>
    <ds:schemaRef ds:uri="7c367341-0f7d-4b3e-91dd-f5e400456252"/>
  </ds:schemaRefs>
</ds:datastoreItem>
</file>

<file path=customXml/itemProps2.xml><?xml version="1.0" encoding="utf-8"?>
<ds:datastoreItem xmlns:ds="http://schemas.openxmlformats.org/officeDocument/2006/customXml" ds:itemID="{4EE193E6-A42A-4218-AC12-D7ECE3E165F4}">
  <ds:schemaRefs>
    <ds:schemaRef ds:uri="http://schemas.microsoft.com/sharepoint/v3/contenttype/forms"/>
  </ds:schemaRefs>
</ds:datastoreItem>
</file>

<file path=customXml/itemProps3.xml><?xml version="1.0" encoding="utf-8"?>
<ds:datastoreItem xmlns:ds="http://schemas.openxmlformats.org/officeDocument/2006/customXml" ds:itemID="{96A136A9-ACE4-45D7-A1F4-07CCF347F6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99907bc-bee6-4ba9-b364-a4087bf24aac"/>
    <ds:schemaRef ds:uri="7c367341-0f7d-4b3e-91dd-f5e4004562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49290c6-dde8-48b8-bbf4-77ccf2fe59a7}" enabled="1" method="Privileged" siteId="{118cdc05-cb02-4000-9284-fd6884ef7d04}" removed="0"/>
</clbl:labelList>
</file>

<file path=docProps/app.xml><?xml version="1.0" encoding="utf-8"?>
<Properties xmlns="http://schemas.openxmlformats.org/officeDocument/2006/extended-properties" xmlns:vt="http://schemas.openxmlformats.org/officeDocument/2006/docPropsVTypes">
  <Template>MyWeeklyTemplate v2</Template>
  <TotalTime>330</TotalTime>
  <Words>978</Words>
  <Application>Microsoft Office PowerPoint</Application>
  <PresentationFormat>Custom</PresentationFormat>
  <Paragraphs>94</Paragraphs>
  <Slides>23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PP Eiko Light</vt:lpstr>
      <vt:lpstr>Arial</vt:lpstr>
      <vt:lpstr>Calibri</vt:lpstr>
      <vt:lpstr>EpocaClassic-Light</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Raynar</dc:creator>
  <cp:lastModifiedBy>William Raynar</cp:lastModifiedBy>
  <cp:revision>1</cp:revision>
  <cp:lastPrinted>2019-03-21T07:37:27Z</cp:lastPrinted>
  <dcterms:created xsi:type="dcterms:W3CDTF">2026-02-24T16:42:59Z</dcterms:created>
  <dcterms:modified xsi:type="dcterms:W3CDTF">2026-03-03T07:59:34Z</dcterms:modified>
  <cp:contentStatus>2. 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tatus">
    <vt:lpwstr>Draft - Internal only</vt:lpwstr>
  </property>
  <property fmtid="{D5CDD505-2E9C-101B-9397-08002B2CF9AE}" pid="3" name="_dlc_DocIdItemGuid">
    <vt:lpwstr>12176bed-ca59-462f-82f0-f38ce7a47c2d</vt:lpwstr>
  </property>
  <property fmtid="{D5CDD505-2E9C-101B-9397-08002B2CF9AE}" pid="4" name="SharedWithUsers">
    <vt:lpwstr>11;#Marion Cutting;#26;#Michael Knuchel;#18;#Stephan J. Vlcek</vt:lpwstr>
  </property>
  <property fmtid="{D5CDD505-2E9C-101B-9397-08002B2CF9AE}" pid="5" name="Fund">
    <vt:lpwstr>G7 Duration Fund</vt:lpwstr>
  </property>
  <property fmtid="{D5CDD505-2E9C-101B-9397-08002B2CF9AE}" pid="6" name="content owner">
    <vt:lpwstr>15;#i:0#.w|cloud\kim_capecapital.com</vt:lpwstr>
  </property>
  <property fmtid="{D5CDD505-2E9C-101B-9397-08002B2CF9AE}" pid="7" name="Purpose">
    <vt:lpwstr>Pitch Deck</vt:lpwstr>
  </property>
  <property fmtid="{D5CDD505-2E9C-101B-9397-08002B2CF9AE}" pid="8" name="Order">
    <vt:r8>9300</vt:r8>
  </property>
  <property fmtid="{D5CDD505-2E9C-101B-9397-08002B2CF9AE}" pid="9" name="xd_Signature">
    <vt:bool>false</vt:bool>
  </property>
  <property fmtid="{D5CDD505-2E9C-101B-9397-08002B2CF9AE}" pid="10" name="xd_ProgID">
    <vt:lpwstr/>
  </property>
  <property fmtid="{D5CDD505-2E9C-101B-9397-08002B2CF9AE}" pid="11" name="TriggerFlowInfo">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AM_CapeProduct">
    <vt:lpwstr>39;#_Other|3a846d91-a2e3-4ace-a744-4cac7bd596e9</vt:lpwstr>
  </property>
  <property fmtid="{D5CDD505-2E9C-101B-9397-08002B2CF9AE}" pid="16" name="AM_AssetClass1">
    <vt:lpwstr>1;#Other|6bcc065e-d9a9-4c79-9547-49eb9cd5c05a</vt:lpwstr>
  </property>
  <property fmtid="{D5CDD505-2E9C-101B-9397-08002B2CF9AE}" pid="17" name="AM_Purpose">
    <vt:lpwstr>Monthly slides for IMC, etc.</vt:lpwstr>
  </property>
  <property fmtid="{D5CDD505-2E9C-101B-9397-08002B2CF9AE}" pid="18" name="l9c4edf8cca247019db10b9fec3a0527">
    <vt:lpwstr>_Other|3a846d91-a2e3-4ace-a744-4cac7bd596e9</vt:lpwstr>
  </property>
  <property fmtid="{D5CDD505-2E9C-101B-9397-08002B2CF9AE}" pid="19" name="ibf984607b914e318a95cea0506c052b">
    <vt:lpwstr>Other|6bcc065e-d9a9-4c79-9547-49eb9cd5c05a</vt:lpwstr>
  </property>
  <property fmtid="{D5CDD505-2E9C-101B-9397-08002B2CF9AE}" pid="20" name="MediaServiceImageTags">
    <vt:lpwstr/>
  </property>
  <property fmtid="{D5CDD505-2E9C-101B-9397-08002B2CF9AE}" pid="21" name="ContentTypeId">
    <vt:lpwstr>0x0101003D7A80D8F256944BBA8A3E6DA7C15A38</vt:lpwstr>
  </property>
</Properties>
</file>