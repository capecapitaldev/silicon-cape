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6.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embedTrueTypeFonts="1" strictFirstAndLastChars="0" saveSubsetFonts="1">
  <p:sldMasterIdLst>
    <p:sldMasterId id="2147483657" r:id="rId3"/>
  </p:sldMasterIdLst>
  <p:notesMasterIdLst>
    <p:notesMasterId r:id="rId4"/>
  </p:notesMasterIdLst>
  <p:sldIdLst>
    <p:sldId id="256" r:id="rId5"/>
    <p:sldId id="257" r:id="rId6"/>
    <p:sldId id="258" r:id="rId7"/>
    <p:sldId id="259" r:id="rId8"/>
    <p:sldId id="260" r:id="rId9"/>
    <p:sldId id="261" r:id="rId14"/>
  </p:sldIdLst>
  <p:sldSz cy="5143500" cx="9144000"/>
  <p:notesSz cx="6858000" cy="9144000"/>
  <p:embeddedFontLst>
    <p:embeddedFont>
      <p:font typeface="Helvetica Neue"/>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Relationships xmlns="http://schemas.openxmlformats.org/package/2006/relationships"><Relationship Id="rId11" Type="http://schemas.openxmlformats.org/officeDocument/2006/relationships/font" Target="fonts/HelveticaNeue-bold.fntdata" /><Relationship Id="rId10" Type="http://schemas.openxmlformats.org/officeDocument/2006/relationships/font" Target="fonts/HelveticaNeue-regular.fntdata" /><Relationship Id="rId13" Type="http://schemas.openxmlformats.org/officeDocument/2006/relationships/font" Target="fonts/HelveticaNeue-boldItalic.fntdata" /><Relationship Id="rId12" Type="http://schemas.openxmlformats.org/officeDocument/2006/relationships/font" Target="fonts/HelveticaNeue-italic.fntdata" /><Relationship Id="rId1" Type="http://schemas.openxmlformats.org/officeDocument/2006/relationships/theme" Target="theme/theme2.xml" /><Relationship Id="rId2" Type="http://schemas.openxmlformats.org/officeDocument/2006/relationships/presProps" Target="presProps.xml" /><Relationship Id="rId3" Type="http://schemas.openxmlformats.org/officeDocument/2006/relationships/slideMaster" Target="slideMasters/slideMaster1.xml" /><Relationship Id="rId4" Type="http://schemas.openxmlformats.org/officeDocument/2006/relationships/notesMaster" Target="notesMasters/notesMaster1.xml" /><Relationship Id="rId9" Type="http://schemas.openxmlformats.org/officeDocument/2006/relationships/slide" Target="slides/slide5.xml" /><Relationship Id="rId5" Type="http://schemas.openxmlformats.org/officeDocument/2006/relationships/slide" Target="slides/slide1.xml" /><Relationship Id="rId6" Type="http://schemas.openxmlformats.org/officeDocument/2006/relationships/slide" Target="slides/slide2.xml" /><Relationship Id="rId7" Type="http://schemas.openxmlformats.org/officeDocument/2006/relationships/slide" Target="slides/slide3.xml" /><Relationship Id="rId8" Type="http://schemas.openxmlformats.org/officeDocument/2006/relationships/slide" Target="slides/slide4.xml" /><Relationship Id="rId14" Type="http://schemas.openxmlformats.org/officeDocument/2006/relationships/slide" Target="slides/slide6.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400" u="none" cap="none" strike="noStrike">
                <a:latin typeface="Arial"/>
                <a:ea typeface="Arial"/>
                <a:cs typeface="Arial"/>
                <a:sym typeface="Arial"/>
              </a:defRPr>
            </a:lvl1pPr>
            <a:lvl2pPr indent="-228600" lvl="1" marL="914400" marR="0" rtl="0" algn="l">
              <a:spcBef>
                <a:spcPts val="0"/>
              </a:spcBef>
              <a:spcAft>
                <a:spcPts val="0"/>
              </a:spcAft>
              <a:buSzPts val="1400"/>
              <a:buNone/>
              <a:defRPr b="0" i="0" sz="1400" u="none" cap="none" strike="noStrike">
                <a:latin typeface="Arial"/>
                <a:ea typeface="Arial"/>
                <a:cs typeface="Arial"/>
                <a:sym typeface="Arial"/>
              </a:defRPr>
            </a:lvl2pPr>
            <a:lvl3pPr indent="-228600" lvl="2" marL="1371600" marR="0" rtl="0" algn="l">
              <a:spcBef>
                <a:spcPts val="0"/>
              </a:spcBef>
              <a:spcAft>
                <a:spcPts val="0"/>
              </a:spcAft>
              <a:buSzPts val="1400"/>
              <a:buNone/>
              <a:defRPr b="0" i="0" sz="1400" u="none" cap="none" strike="noStrike">
                <a:latin typeface="Arial"/>
                <a:ea typeface="Arial"/>
                <a:cs typeface="Arial"/>
                <a:sym typeface="Arial"/>
              </a:defRPr>
            </a:lvl3pPr>
            <a:lvl4pPr indent="-228600" lvl="3" marL="1828800" marR="0" rtl="0" algn="l">
              <a:spcBef>
                <a:spcPts val="0"/>
              </a:spcBef>
              <a:spcAft>
                <a:spcPts val="0"/>
              </a:spcAft>
              <a:buSzPts val="1400"/>
              <a:buNone/>
              <a:defRPr b="0" i="0" sz="1400" u="none" cap="none" strike="noStrike">
                <a:latin typeface="Arial"/>
                <a:ea typeface="Arial"/>
                <a:cs typeface="Arial"/>
                <a:sym typeface="Arial"/>
              </a:defRPr>
            </a:lvl4pPr>
            <a:lvl5pPr indent="-228600" lvl="4" marL="2286000" marR="0" rtl="0" algn="l">
              <a:spcBef>
                <a:spcPts val="0"/>
              </a:spcBef>
              <a:spcAft>
                <a:spcPts val="0"/>
              </a:spcAft>
              <a:buSzPts val="1400"/>
              <a:buNone/>
              <a:defRPr b="0" i="0" sz="1400" u="none" cap="none" strike="noStrike">
                <a:latin typeface="Arial"/>
                <a:ea typeface="Arial"/>
                <a:cs typeface="Arial"/>
                <a:sym typeface="Arial"/>
              </a:defRPr>
            </a:lvl5pPr>
            <a:lvl6pPr indent="-228600" lvl="5" marL="2743200" marR="0" rtl="0" algn="l">
              <a:spcBef>
                <a:spcPts val="0"/>
              </a:spcBef>
              <a:spcAft>
                <a:spcPts val="0"/>
              </a:spcAft>
              <a:buSzPts val="1400"/>
              <a:buNone/>
              <a:defRPr b="0" i="0" sz="1400" u="none" cap="none" strike="noStrike">
                <a:latin typeface="Arial"/>
                <a:ea typeface="Arial"/>
                <a:cs typeface="Arial"/>
                <a:sym typeface="Arial"/>
              </a:defRPr>
            </a:lvl6pPr>
            <a:lvl7pPr indent="-228600" lvl="6" marL="3200400" marR="0" rtl="0" algn="l">
              <a:spcBef>
                <a:spcPts val="0"/>
              </a:spcBef>
              <a:spcAft>
                <a:spcPts val="0"/>
              </a:spcAft>
              <a:buSzPts val="1400"/>
              <a:buNone/>
              <a:defRPr b="0" i="0" sz="1400" u="none" cap="none" strike="noStrike">
                <a:latin typeface="Arial"/>
                <a:ea typeface="Arial"/>
                <a:cs typeface="Arial"/>
                <a:sym typeface="Arial"/>
              </a:defRPr>
            </a:lvl7pPr>
            <a:lvl8pPr indent="-228600" lvl="7" marL="3657600" marR="0" rtl="0" algn="l">
              <a:spcBef>
                <a:spcPts val="0"/>
              </a:spcBef>
              <a:spcAft>
                <a:spcPts val="0"/>
              </a:spcAft>
              <a:buSzPts val="1400"/>
              <a:buNone/>
              <a:defRPr b="0" i="0" sz="1400" u="none" cap="none" strike="noStrike">
                <a:latin typeface="Arial"/>
                <a:ea typeface="Arial"/>
                <a:cs typeface="Arial"/>
                <a:sym typeface="Arial"/>
              </a:defRPr>
            </a:lvl8pPr>
            <a:lvl9pPr indent="-228600" lvl="8" marL="4114800" marR="0" rtl="0" algn="l">
              <a:spcBef>
                <a:spcPts val="0"/>
              </a:spcBef>
              <a:spcAft>
                <a:spcPts val="0"/>
              </a:spcAft>
              <a:buSzPts val="1400"/>
              <a:buNone/>
              <a:defRPr b="0" i="0" sz="1400" u="none" cap="none" strike="noStrike">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tle" type="title">
  <p:cSld name="TITLE">
    <p:spTree>
      <p:nvGrpSpPr>
        <p:cNvPr id="13" name="Shape 13"/>
        <p:cNvGrpSpPr/>
        <p:nvPr/>
      </p:nvGrpSpPr>
      <p:grpSpPr>
        <a:xfrm>
          <a:off x="0" y="0"/>
          <a:ext cx="0" cy="0"/>
          <a:chOff x="0" y="0"/>
          <a:chExt cx="0" cy="0"/>
        </a:xfrm>
      </p:grpSpPr>
      <p:sp>
        <p:nvSpPr>
          <p:cNvPr id="14" name="Google Shape;14;p2"/>
          <p:cNvSpPr txBox="1"/>
          <p:nvPr>
            <p:ph idx="1" type="body"/>
          </p:nvPr>
        </p:nvSpPr>
        <p:spPr>
          <a:xfrm>
            <a:off x="7861910" y="4817326"/>
            <a:ext cx="1007771" cy="165150"/>
          </a:xfrm>
          <a:prstGeom prst="rect">
            <a:avLst/>
          </a:prstGeom>
          <a:noFill/>
          <a:ln>
            <a:noFill/>
          </a:ln>
        </p:spPr>
        <p:txBody>
          <a:bodyPr anchorCtr="0" anchor="t" bIns="45700" lIns="45700" spcFirstLastPara="1" rIns="45700" wrap="square" tIns="4570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15" name="Google Shape;15;p2"/>
          <p:cNvSpPr txBox="1"/>
          <p:nvPr>
            <p:ph type="title"/>
          </p:nvPr>
        </p:nvSpPr>
        <p:spPr>
          <a:xfrm>
            <a:off x="228599" y="680371"/>
            <a:ext cx="8149684" cy="2266202"/>
          </a:xfrm>
          <a:prstGeom prst="rect">
            <a:avLst/>
          </a:prstGeom>
          <a:noFill/>
          <a:ln>
            <a:noFill/>
          </a:ln>
        </p:spPr>
        <p:txBody>
          <a:bodyPr anchorCtr="0" anchor="b" bIns="0" lIns="0" spcFirstLastPara="1" rIns="0" wrap="square" tIns="0">
            <a:normAutofit/>
          </a:bodyPr>
          <a:lstStyle>
            <a:lvl1pPr lvl="0" algn="l">
              <a:lnSpc>
                <a:spcPct val="85000"/>
              </a:lnSpc>
              <a:spcBef>
                <a:spcPts val="0"/>
              </a:spcBef>
              <a:spcAft>
                <a:spcPts val="0"/>
              </a:spcAft>
              <a:buClr>
                <a:srgbClr val="101329"/>
              </a:buClr>
              <a:buSzPts val="1800"/>
              <a:buNone/>
              <a:defRPr/>
            </a:lvl1pPr>
            <a:lvl2pPr lvl="1" algn="l">
              <a:lnSpc>
                <a:spcPct val="85000"/>
              </a:lnSpc>
              <a:spcBef>
                <a:spcPts val="0"/>
              </a:spcBef>
              <a:spcAft>
                <a:spcPts val="0"/>
              </a:spcAft>
              <a:buClr>
                <a:srgbClr val="101329"/>
              </a:buClr>
              <a:buSzPts val="1800"/>
              <a:buNone/>
              <a:defRPr/>
            </a:lvl2pPr>
            <a:lvl3pPr lvl="2" algn="l">
              <a:lnSpc>
                <a:spcPct val="85000"/>
              </a:lnSpc>
              <a:spcBef>
                <a:spcPts val="0"/>
              </a:spcBef>
              <a:spcAft>
                <a:spcPts val="0"/>
              </a:spcAft>
              <a:buClr>
                <a:srgbClr val="101329"/>
              </a:buClr>
              <a:buSzPts val="1800"/>
              <a:buNone/>
              <a:defRPr/>
            </a:lvl3pPr>
            <a:lvl4pPr lvl="3" algn="l">
              <a:lnSpc>
                <a:spcPct val="85000"/>
              </a:lnSpc>
              <a:spcBef>
                <a:spcPts val="0"/>
              </a:spcBef>
              <a:spcAft>
                <a:spcPts val="0"/>
              </a:spcAft>
              <a:buClr>
                <a:srgbClr val="101329"/>
              </a:buClr>
              <a:buSzPts val="1800"/>
              <a:buNone/>
              <a:defRPr/>
            </a:lvl4pPr>
            <a:lvl5pPr lvl="4" algn="l">
              <a:lnSpc>
                <a:spcPct val="85000"/>
              </a:lnSpc>
              <a:spcBef>
                <a:spcPts val="0"/>
              </a:spcBef>
              <a:spcAft>
                <a:spcPts val="0"/>
              </a:spcAft>
              <a:buClr>
                <a:srgbClr val="101329"/>
              </a:buClr>
              <a:buSzPts val="1800"/>
              <a:buNone/>
              <a:defRPr/>
            </a:lvl5pPr>
            <a:lvl6pPr lvl="5" algn="l">
              <a:lnSpc>
                <a:spcPct val="85000"/>
              </a:lnSpc>
              <a:spcBef>
                <a:spcPts val="0"/>
              </a:spcBef>
              <a:spcAft>
                <a:spcPts val="0"/>
              </a:spcAft>
              <a:buClr>
                <a:srgbClr val="101329"/>
              </a:buClr>
              <a:buSzPts val="1800"/>
              <a:buNone/>
              <a:defRPr/>
            </a:lvl6pPr>
            <a:lvl7pPr lvl="6" algn="l">
              <a:lnSpc>
                <a:spcPct val="85000"/>
              </a:lnSpc>
              <a:spcBef>
                <a:spcPts val="0"/>
              </a:spcBef>
              <a:spcAft>
                <a:spcPts val="0"/>
              </a:spcAft>
              <a:buClr>
                <a:srgbClr val="101329"/>
              </a:buClr>
              <a:buSzPts val="1800"/>
              <a:buNone/>
              <a:defRPr/>
            </a:lvl7pPr>
            <a:lvl8pPr lvl="7" algn="l">
              <a:lnSpc>
                <a:spcPct val="85000"/>
              </a:lnSpc>
              <a:spcBef>
                <a:spcPts val="0"/>
              </a:spcBef>
              <a:spcAft>
                <a:spcPts val="0"/>
              </a:spcAft>
              <a:buClr>
                <a:srgbClr val="101329"/>
              </a:buClr>
              <a:buSzPts val="1800"/>
              <a:buNone/>
              <a:defRPr/>
            </a:lvl8pPr>
            <a:lvl9pPr lvl="8" algn="l">
              <a:lnSpc>
                <a:spcPct val="85000"/>
              </a:lnSpc>
              <a:spcBef>
                <a:spcPts val="0"/>
              </a:spcBef>
              <a:spcAft>
                <a:spcPts val="0"/>
              </a:spcAft>
              <a:buClr>
                <a:srgbClr val="101329"/>
              </a:buClr>
              <a:buSzPts val="1800"/>
              <a:buNone/>
              <a:defRPr/>
            </a:lvl9pPr>
          </a:lstStyle>
          <a:p/>
        </p:txBody>
      </p:sp>
      <p:sp>
        <p:nvSpPr>
          <p:cNvPr id="16" name="Google Shape;16;p2"/>
          <p:cNvSpPr txBox="1"/>
          <p:nvPr>
            <p:ph idx="2" type="body"/>
          </p:nvPr>
        </p:nvSpPr>
        <p:spPr>
          <a:xfrm>
            <a:off x="228600" y="3143369"/>
            <a:ext cx="8149681" cy="293702"/>
          </a:xfrm>
          <a:prstGeom prst="rect">
            <a:avLst/>
          </a:prstGeom>
          <a:noFill/>
          <a:ln>
            <a:noFill/>
          </a:ln>
        </p:spPr>
        <p:txBody>
          <a:bodyPr anchorCtr="0" anchor="t"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17" name="Google Shape;17;p2"/>
          <p:cNvSpPr txBox="1"/>
          <p:nvPr>
            <p:ph idx="12" type="sldNum"/>
          </p:nvPr>
        </p:nvSpPr>
        <p:spPr>
          <a:xfrm>
            <a:off x="6279546" y="4635136"/>
            <a:ext cx="273654" cy="264253"/>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 showMasterSp="0" type="tx">
  <p:cSld name="TITLE_AND_BODY">
    <p:spTree>
      <p:nvGrpSpPr>
        <p:cNvPr id="18" name="Shape 18"/>
        <p:cNvGrpSpPr/>
        <p:nvPr/>
      </p:nvGrpSpPr>
      <p:grpSpPr>
        <a:xfrm>
          <a:off x="0" y="0"/>
          <a:ext cx="0" cy="0"/>
          <a:chOff x="0" y="0"/>
          <a:chExt cx="0" cy="0"/>
        </a:xfrm>
      </p:grpSpPr>
      <p:pic>
        <p:nvPicPr>
          <p:cNvPr descr="Group 2055248377.pngGoogle Shape;146;p17" id="19" name="Google Shape;19;p3"/>
          <p:cNvPicPr preferRelativeResize="0"/>
          <p:nvPr/>
        </p:nvPicPr>
        <p:blipFill rotWithShape="1">
          <a:blip r:embed="rId2">
            <a:alphaModFix/>
          </a:blip>
          <a:srcRect b="0" l="0" r="0" t="0"/>
          <a:stretch/>
        </p:blipFill>
        <p:spPr>
          <a:xfrm>
            <a:off x="228600" y="4794541"/>
            <a:ext cx="178751" cy="188751"/>
          </a:xfrm>
          <a:prstGeom prst="rect">
            <a:avLst/>
          </a:prstGeom>
          <a:noFill/>
          <a:ln>
            <a:noFill/>
          </a:ln>
        </p:spPr>
      </p:pic>
      <p:sp>
        <p:nvSpPr>
          <p:cNvPr id="20" name="Google Shape;20;p3"/>
          <p:cNvSpPr txBox="1"/>
          <p:nvPr/>
        </p:nvSpPr>
        <p:spPr>
          <a:xfrm>
            <a:off x="574702" y="4794542"/>
            <a:ext cx="4480563" cy="165146"/>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393939"/>
              </a:buClr>
              <a:buSzPts val="600"/>
              <a:buFont typeface="Arial"/>
              <a:buNone/>
            </a:pPr>
            <a:r>
              <a:rPr b="0" i="0" lang="en-US" sz="600" u="none" cap="none" strike="noStrike">
                <a:solidFill>
                  <a:srgbClr val="393939"/>
                </a:solidFill>
                <a:latin typeface="Arial"/>
                <a:ea typeface="Arial"/>
                <a:cs typeface="Arial"/>
                <a:sym typeface="Arial"/>
              </a:rPr>
              <a:t>Generated by AlphaSense Deep Research </a:t>
            </a:r>
            <a:endParaRPr/>
          </a:p>
        </p:txBody>
      </p:sp>
      <p:sp>
        <p:nvSpPr>
          <p:cNvPr id="21" name="Google Shape;21;p3"/>
          <p:cNvSpPr txBox="1"/>
          <p:nvPr>
            <p:ph idx="1" type="body"/>
          </p:nvPr>
        </p:nvSpPr>
        <p:spPr>
          <a:xfrm>
            <a:off x="7861910" y="4817326"/>
            <a:ext cx="1007771" cy="165150"/>
          </a:xfrm>
          <a:prstGeom prst="rect">
            <a:avLst/>
          </a:prstGeom>
          <a:noFill/>
          <a:ln>
            <a:noFill/>
          </a:ln>
        </p:spPr>
        <p:txBody>
          <a:bodyPr anchorCtr="0" anchor="t" bIns="45700" lIns="45700" spcFirstLastPara="1" rIns="45700" wrap="square" tIns="4570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22" name="Google Shape;22;p3"/>
          <p:cNvSpPr txBox="1"/>
          <p:nvPr>
            <p:ph type="title"/>
          </p:nvPr>
        </p:nvSpPr>
        <p:spPr>
          <a:xfrm>
            <a:off x="228600" y="200508"/>
            <a:ext cx="8632902" cy="383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1900"/>
              <a:buFont typeface="Arial"/>
              <a:buNone/>
              <a:defRPr sz="1900">
                <a:solidFill>
                  <a:srgbClr val="000000"/>
                </a:solidFill>
              </a:defRPr>
            </a:lvl1pPr>
            <a:lvl2pPr lvl="1" algn="l">
              <a:lnSpc>
                <a:spcPct val="85000"/>
              </a:lnSpc>
              <a:spcBef>
                <a:spcPts val="0"/>
              </a:spcBef>
              <a:spcAft>
                <a:spcPts val="0"/>
              </a:spcAft>
              <a:buClr>
                <a:srgbClr val="101329"/>
              </a:buClr>
              <a:buSzPts val="1800"/>
              <a:buNone/>
              <a:defRPr/>
            </a:lvl2pPr>
            <a:lvl3pPr lvl="2" algn="l">
              <a:lnSpc>
                <a:spcPct val="85000"/>
              </a:lnSpc>
              <a:spcBef>
                <a:spcPts val="0"/>
              </a:spcBef>
              <a:spcAft>
                <a:spcPts val="0"/>
              </a:spcAft>
              <a:buClr>
                <a:srgbClr val="101329"/>
              </a:buClr>
              <a:buSzPts val="1800"/>
              <a:buNone/>
              <a:defRPr/>
            </a:lvl3pPr>
            <a:lvl4pPr lvl="3" algn="l">
              <a:lnSpc>
                <a:spcPct val="85000"/>
              </a:lnSpc>
              <a:spcBef>
                <a:spcPts val="0"/>
              </a:spcBef>
              <a:spcAft>
                <a:spcPts val="0"/>
              </a:spcAft>
              <a:buClr>
                <a:srgbClr val="101329"/>
              </a:buClr>
              <a:buSzPts val="1800"/>
              <a:buNone/>
              <a:defRPr/>
            </a:lvl4pPr>
            <a:lvl5pPr lvl="4" algn="l">
              <a:lnSpc>
                <a:spcPct val="85000"/>
              </a:lnSpc>
              <a:spcBef>
                <a:spcPts val="0"/>
              </a:spcBef>
              <a:spcAft>
                <a:spcPts val="0"/>
              </a:spcAft>
              <a:buClr>
                <a:srgbClr val="101329"/>
              </a:buClr>
              <a:buSzPts val="1800"/>
              <a:buNone/>
              <a:defRPr/>
            </a:lvl5pPr>
            <a:lvl6pPr lvl="5" algn="l">
              <a:lnSpc>
                <a:spcPct val="85000"/>
              </a:lnSpc>
              <a:spcBef>
                <a:spcPts val="0"/>
              </a:spcBef>
              <a:spcAft>
                <a:spcPts val="0"/>
              </a:spcAft>
              <a:buClr>
                <a:srgbClr val="101329"/>
              </a:buClr>
              <a:buSzPts val="1800"/>
              <a:buNone/>
              <a:defRPr/>
            </a:lvl6pPr>
            <a:lvl7pPr lvl="6" algn="l">
              <a:lnSpc>
                <a:spcPct val="85000"/>
              </a:lnSpc>
              <a:spcBef>
                <a:spcPts val="0"/>
              </a:spcBef>
              <a:spcAft>
                <a:spcPts val="0"/>
              </a:spcAft>
              <a:buClr>
                <a:srgbClr val="101329"/>
              </a:buClr>
              <a:buSzPts val="1800"/>
              <a:buNone/>
              <a:defRPr/>
            </a:lvl7pPr>
            <a:lvl8pPr lvl="7" algn="l">
              <a:lnSpc>
                <a:spcPct val="85000"/>
              </a:lnSpc>
              <a:spcBef>
                <a:spcPts val="0"/>
              </a:spcBef>
              <a:spcAft>
                <a:spcPts val="0"/>
              </a:spcAft>
              <a:buClr>
                <a:srgbClr val="101329"/>
              </a:buClr>
              <a:buSzPts val="1800"/>
              <a:buNone/>
              <a:defRPr/>
            </a:lvl8pPr>
            <a:lvl9pPr lvl="8" algn="l">
              <a:lnSpc>
                <a:spcPct val="85000"/>
              </a:lnSpc>
              <a:spcBef>
                <a:spcPts val="0"/>
              </a:spcBef>
              <a:spcAft>
                <a:spcPts val="0"/>
              </a:spcAft>
              <a:buClr>
                <a:srgbClr val="101329"/>
              </a:buClr>
              <a:buSzPts val="1800"/>
              <a:buNone/>
              <a:defRPr/>
            </a:lvl9pPr>
          </a:lstStyle>
          <a:p/>
        </p:txBody>
      </p:sp>
      <p:sp>
        <p:nvSpPr>
          <p:cNvPr id="23" name="Google Shape;23;p3"/>
          <p:cNvSpPr txBox="1"/>
          <p:nvPr>
            <p:ph idx="2" type="body"/>
          </p:nvPr>
        </p:nvSpPr>
        <p:spPr>
          <a:xfrm>
            <a:off x="228600" y="734635"/>
            <a:ext cx="8632825" cy="3595691"/>
          </a:xfrm>
          <a:prstGeom prst="rect">
            <a:avLst/>
          </a:prstGeom>
          <a:noFill/>
          <a:ln>
            <a:noFill/>
          </a:ln>
        </p:spPr>
        <p:txBody>
          <a:bodyPr anchorCtr="0" anchor="t"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24" name="Google Shape;24;p3"/>
          <p:cNvSpPr txBox="1"/>
          <p:nvPr>
            <p:ph idx="12" type="sldNum"/>
          </p:nvPr>
        </p:nvSpPr>
        <p:spPr>
          <a:xfrm>
            <a:off x="6279546" y="4635136"/>
            <a:ext cx="273654" cy="264253"/>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showMasterSp="0">
  <p:cSld name="3 columns">
    <p:spTree>
      <p:nvGrpSpPr>
        <p:cNvPr id="25" name="Shape 25"/>
        <p:cNvGrpSpPr/>
        <p:nvPr/>
      </p:nvGrpSpPr>
      <p:grpSpPr>
        <a:xfrm>
          <a:off x="0" y="0"/>
          <a:ext cx="0" cy="0"/>
          <a:chOff x="0" y="0"/>
          <a:chExt cx="0" cy="0"/>
        </a:xfrm>
      </p:grpSpPr>
      <p:pic>
        <p:nvPicPr>
          <p:cNvPr descr="Group 2055248377.pngGoogle Shape;146;p17" id="26" name="Google Shape;26;p4"/>
          <p:cNvPicPr preferRelativeResize="0"/>
          <p:nvPr/>
        </p:nvPicPr>
        <p:blipFill rotWithShape="1">
          <a:blip r:embed="rId2">
            <a:alphaModFix/>
          </a:blip>
          <a:srcRect b="0" l="0" r="0" t="0"/>
          <a:stretch/>
        </p:blipFill>
        <p:spPr>
          <a:xfrm>
            <a:off x="228600" y="4794541"/>
            <a:ext cx="178751" cy="188751"/>
          </a:xfrm>
          <a:prstGeom prst="rect">
            <a:avLst/>
          </a:prstGeom>
          <a:noFill/>
          <a:ln>
            <a:noFill/>
          </a:ln>
        </p:spPr>
      </p:pic>
      <p:sp>
        <p:nvSpPr>
          <p:cNvPr id="27" name="Google Shape;27;p4"/>
          <p:cNvSpPr txBox="1"/>
          <p:nvPr/>
        </p:nvSpPr>
        <p:spPr>
          <a:xfrm>
            <a:off x="574702" y="4794542"/>
            <a:ext cx="4480563" cy="165146"/>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393939"/>
              </a:buClr>
              <a:buSzPts val="600"/>
              <a:buFont typeface="Arial"/>
              <a:buNone/>
            </a:pPr>
            <a:r>
              <a:rPr b="0" i="0" lang="en-US" sz="600" u="none" cap="none" strike="noStrike">
                <a:solidFill>
                  <a:srgbClr val="393939"/>
                </a:solidFill>
                <a:latin typeface="Arial"/>
                <a:ea typeface="Arial"/>
                <a:cs typeface="Arial"/>
                <a:sym typeface="Arial"/>
              </a:rPr>
              <a:t>Generated by AlphaSense Deep Research </a:t>
            </a:r>
            <a:endParaRPr/>
          </a:p>
        </p:txBody>
      </p:sp>
      <p:sp>
        <p:nvSpPr>
          <p:cNvPr id="28" name="Google Shape;28;p4"/>
          <p:cNvSpPr txBox="1"/>
          <p:nvPr>
            <p:ph idx="1" type="body"/>
          </p:nvPr>
        </p:nvSpPr>
        <p:spPr>
          <a:xfrm>
            <a:off x="7861910" y="4817326"/>
            <a:ext cx="1007771" cy="165150"/>
          </a:xfrm>
          <a:prstGeom prst="rect">
            <a:avLst/>
          </a:prstGeom>
          <a:noFill/>
          <a:ln>
            <a:noFill/>
          </a:ln>
        </p:spPr>
        <p:txBody>
          <a:bodyPr anchorCtr="0" anchor="t" bIns="45700" lIns="45700" spcFirstLastPara="1" rIns="45700" wrap="square" tIns="4570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29" name="Google Shape;29;p4"/>
          <p:cNvSpPr txBox="1"/>
          <p:nvPr>
            <p:ph type="title"/>
          </p:nvPr>
        </p:nvSpPr>
        <p:spPr>
          <a:xfrm>
            <a:off x="228599" y="200508"/>
            <a:ext cx="8508704" cy="383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1900"/>
              <a:buFont typeface="Arial"/>
              <a:buNone/>
              <a:defRPr sz="1900">
                <a:solidFill>
                  <a:srgbClr val="000000"/>
                </a:solidFill>
              </a:defRPr>
            </a:lvl1pPr>
            <a:lvl2pPr lvl="1" algn="l">
              <a:lnSpc>
                <a:spcPct val="85000"/>
              </a:lnSpc>
              <a:spcBef>
                <a:spcPts val="0"/>
              </a:spcBef>
              <a:spcAft>
                <a:spcPts val="0"/>
              </a:spcAft>
              <a:buClr>
                <a:srgbClr val="101329"/>
              </a:buClr>
              <a:buSzPts val="1800"/>
              <a:buNone/>
              <a:defRPr/>
            </a:lvl2pPr>
            <a:lvl3pPr lvl="2" algn="l">
              <a:lnSpc>
                <a:spcPct val="85000"/>
              </a:lnSpc>
              <a:spcBef>
                <a:spcPts val="0"/>
              </a:spcBef>
              <a:spcAft>
                <a:spcPts val="0"/>
              </a:spcAft>
              <a:buClr>
                <a:srgbClr val="101329"/>
              </a:buClr>
              <a:buSzPts val="1800"/>
              <a:buNone/>
              <a:defRPr/>
            </a:lvl3pPr>
            <a:lvl4pPr lvl="3" algn="l">
              <a:lnSpc>
                <a:spcPct val="85000"/>
              </a:lnSpc>
              <a:spcBef>
                <a:spcPts val="0"/>
              </a:spcBef>
              <a:spcAft>
                <a:spcPts val="0"/>
              </a:spcAft>
              <a:buClr>
                <a:srgbClr val="101329"/>
              </a:buClr>
              <a:buSzPts val="1800"/>
              <a:buNone/>
              <a:defRPr/>
            </a:lvl4pPr>
            <a:lvl5pPr lvl="4" algn="l">
              <a:lnSpc>
                <a:spcPct val="85000"/>
              </a:lnSpc>
              <a:spcBef>
                <a:spcPts val="0"/>
              </a:spcBef>
              <a:spcAft>
                <a:spcPts val="0"/>
              </a:spcAft>
              <a:buClr>
                <a:srgbClr val="101329"/>
              </a:buClr>
              <a:buSzPts val="1800"/>
              <a:buNone/>
              <a:defRPr/>
            </a:lvl5pPr>
            <a:lvl6pPr lvl="5" algn="l">
              <a:lnSpc>
                <a:spcPct val="85000"/>
              </a:lnSpc>
              <a:spcBef>
                <a:spcPts val="0"/>
              </a:spcBef>
              <a:spcAft>
                <a:spcPts val="0"/>
              </a:spcAft>
              <a:buClr>
                <a:srgbClr val="101329"/>
              </a:buClr>
              <a:buSzPts val="1800"/>
              <a:buNone/>
              <a:defRPr/>
            </a:lvl6pPr>
            <a:lvl7pPr lvl="6" algn="l">
              <a:lnSpc>
                <a:spcPct val="85000"/>
              </a:lnSpc>
              <a:spcBef>
                <a:spcPts val="0"/>
              </a:spcBef>
              <a:spcAft>
                <a:spcPts val="0"/>
              </a:spcAft>
              <a:buClr>
                <a:srgbClr val="101329"/>
              </a:buClr>
              <a:buSzPts val="1800"/>
              <a:buNone/>
              <a:defRPr/>
            </a:lvl7pPr>
            <a:lvl8pPr lvl="7" algn="l">
              <a:lnSpc>
                <a:spcPct val="85000"/>
              </a:lnSpc>
              <a:spcBef>
                <a:spcPts val="0"/>
              </a:spcBef>
              <a:spcAft>
                <a:spcPts val="0"/>
              </a:spcAft>
              <a:buClr>
                <a:srgbClr val="101329"/>
              </a:buClr>
              <a:buSzPts val="1800"/>
              <a:buNone/>
              <a:defRPr/>
            </a:lvl8pPr>
            <a:lvl9pPr lvl="8" algn="l">
              <a:lnSpc>
                <a:spcPct val="85000"/>
              </a:lnSpc>
              <a:spcBef>
                <a:spcPts val="0"/>
              </a:spcBef>
              <a:spcAft>
                <a:spcPts val="0"/>
              </a:spcAft>
              <a:buClr>
                <a:srgbClr val="101329"/>
              </a:buClr>
              <a:buSzPts val="1800"/>
              <a:buNone/>
              <a:defRPr/>
            </a:lvl9pPr>
          </a:lstStyle>
          <a:p/>
        </p:txBody>
      </p:sp>
      <p:sp>
        <p:nvSpPr>
          <p:cNvPr id="30" name="Google Shape;30;p4"/>
          <p:cNvSpPr txBox="1"/>
          <p:nvPr>
            <p:ph idx="2" type="body"/>
          </p:nvPr>
        </p:nvSpPr>
        <p:spPr>
          <a:xfrm>
            <a:off x="228599" y="1110878"/>
            <a:ext cx="2580303" cy="3148542"/>
          </a:xfrm>
          <a:prstGeom prst="rect">
            <a:avLst/>
          </a:prstGeom>
          <a:noFill/>
          <a:ln>
            <a:noFill/>
          </a:ln>
        </p:spPr>
        <p:txBody>
          <a:bodyPr anchorCtr="0" anchor="t"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31" name="Google Shape;31;p4"/>
          <p:cNvSpPr txBox="1"/>
          <p:nvPr>
            <p:ph idx="3" type="body"/>
          </p:nvPr>
        </p:nvSpPr>
        <p:spPr>
          <a:xfrm>
            <a:off x="3208204" y="1110877"/>
            <a:ext cx="2580302" cy="3148544"/>
          </a:xfrm>
          <a:prstGeom prst="rect">
            <a:avLst/>
          </a:prstGeom>
          <a:noFill/>
          <a:ln>
            <a:noFill/>
          </a:ln>
        </p:spPr>
        <p:txBody>
          <a:bodyPr anchorCtr="0" anchor="t"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32" name="Google Shape;32;p4"/>
          <p:cNvSpPr txBox="1"/>
          <p:nvPr>
            <p:ph idx="4" type="body"/>
          </p:nvPr>
        </p:nvSpPr>
        <p:spPr>
          <a:xfrm>
            <a:off x="6157002" y="1110877"/>
            <a:ext cx="2580302" cy="3148544"/>
          </a:xfrm>
          <a:prstGeom prst="rect">
            <a:avLst/>
          </a:prstGeom>
          <a:noFill/>
          <a:ln>
            <a:noFill/>
          </a:ln>
        </p:spPr>
        <p:txBody>
          <a:bodyPr anchorCtr="0" anchor="t"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33" name="Google Shape;33;p4"/>
          <p:cNvSpPr txBox="1"/>
          <p:nvPr>
            <p:ph idx="5" type="body"/>
          </p:nvPr>
        </p:nvSpPr>
        <p:spPr>
          <a:xfrm>
            <a:off x="228598" y="727778"/>
            <a:ext cx="2579692" cy="383103"/>
          </a:xfrm>
          <a:prstGeom prst="rect">
            <a:avLst/>
          </a:prstGeom>
          <a:noFill/>
          <a:ln>
            <a:noFill/>
          </a:ln>
        </p:spPr>
        <p:txBody>
          <a:bodyPr anchorCtr="0" anchor="ctr"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34" name="Google Shape;34;p4"/>
          <p:cNvSpPr txBox="1"/>
          <p:nvPr>
            <p:ph idx="6" type="body"/>
          </p:nvPr>
        </p:nvSpPr>
        <p:spPr>
          <a:xfrm>
            <a:off x="3208204" y="727778"/>
            <a:ext cx="2579690" cy="383103"/>
          </a:xfrm>
          <a:prstGeom prst="rect">
            <a:avLst/>
          </a:prstGeom>
          <a:noFill/>
          <a:ln>
            <a:noFill/>
          </a:ln>
        </p:spPr>
        <p:txBody>
          <a:bodyPr anchorCtr="0" anchor="ctr"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35" name="Google Shape;35;p4"/>
          <p:cNvSpPr txBox="1"/>
          <p:nvPr>
            <p:ph idx="7" type="body"/>
          </p:nvPr>
        </p:nvSpPr>
        <p:spPr>
          <a:xfrm>
            <a:off x="6161375" y="727776"/>
            <a:ext cx="2579690" cy="383103"/>
          </a:xfrm>
          <a:prstGeom prst="rect">
            <a:avLst/>
          </a:prstGeom>
          <a:noFill/>
          <a:ln>
            <a:noFill/>
          </a:ln>
        </p:spPr>
        <p:txBody>
          <a:bodyPr anchorCtr="0" anchor="ctr"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36" name="Google Shape;36;p4"/>
          <p:cNvSpPr txBox="1"/>
          <p:nvPr>
            <p:ph idx="12" type="sldNum"/>
          </p:nvPr>
        </p:nvSpPr>
        <p:spPr>
          <a:xfrm>
            <a:off x="6279546" y="4635136"/>
            <a:ext cx="273654" cy="264253"/>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showMasterSp="0">
  <p:cSld name="4 columns">
    <p:spTree>
      <p:nvGrpSpPr>
        <p:cNvPr id="37" name="Shape 37"/>
        <p:cNvGrpSpPr/>
        <p:nvPr/>
      </p:nvGrpSpPr>
      <p:grpSpPr>
        <a:xfrm>
          <a:off x="0" y="0"/>
          <a:ext cx="0" cy="0"/>
          <a:chOff x="0" y="0"/>
          <a:chExt cx="0" cy="0"/>
        </a:xfrm>
      </p:grpSpPr>
      <p:pic>
        <p:nvPicPr>
          <p:cNvPr descr="Group 2055248377.pngGoogle Shape;146;p17" id="38" name="Google Shape;38;p5"/>
          <p:cNvPicPr preferRelativeResize="0"/>
          <p:nvPr/>
        </p:nvPicPr>
        <p:blipFill rotWithShape="1">
          <a:blip r:embed="rId2">
            <a:alphaModFix/>
          </a:blip>
          <a:srcRect b="0" l="0" r="0" t="0"/>
          <a:stretch/>
        </p:blipFill>
        <p:spPr>
          <a:xfrm>
            <a:off x="228600" y="4794541"/>
            <a:ext cx="178751" cy="188751"/>
          </a:xfrm>
          <a:prstGeom prst="rect">
            <a:avLst/>
          </a:prstGeom>
          <a:noFill/>
          <a:ln>
            <a:noFill/>
          </a:ln>
        </p:spPr>
      </p:pic>
      <p:sp>
        <p:nvSpPr>
          <p:cNvPr id="39" name="Google Shape;39;p5"/>
          <p:cNvSpPr txBox="1"/>
          <p:nvPr/>
        </p:nvSpPr>
        <p:spPr>
          <a:xfrm>
            <a:off x="574703" y="4794542"/>
            <a:ext cx="4480562" cy="165146"/>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393939"/>
              </a:buClr>
              <a:buSzPts val="600"/>
              <a:buFont typeface="Arial"/>
              <a:buNone/>
            </a:pPr>
            <a:r>
              <a:rPr b="0" i="0" lang="en-US" sz="600" u="none" cap="none" strike="noStrike">
                <a:solidFill>
                  <a:srgbClr val="393939"/>
                </a:solidFill>
                <a:latin typeface="Arial"/>
                <a:ea typeface="Arial"/>
                <a:cs typeface="Arial"/>
                <a:sym typeface="Arial"/>
              </a:rPr>
              <a:t>Generated by AlphaSense Deep Research </a:t>
            </a:r>
            <a:endParaRPr/>
          </a:p>
        </p:txBody>
      </p:sp>
      <p:sp>
        <p:nvSpPr>
          <p:cNvPr id="40" name="Google Shape;40;p5"/>
          <p:cNvSpPr txBox="1"/>
          <p:nvPr>
            <p:ph idx="1" type="body"/>
          </p:nvPr>
        </p:nvSpPr>
        <p:spPr>
          <a:xfrm>
            <a:off x="7861910" y="4817326"/>
            <a:ext cx="1007771" cy="165150"/>
          </a:xfrm>
          <a:prstGeom prst="rect">
            <a:avLst/>
          </a:prstGeom>
          <a:noFill/>
          <a:ln>
            <a:noFill/>
          </a:ln>
        </p:spPr>
        <p:txBody>
          <a:bodyPr anchorCtr="0" anchor="t" bIns="45700" lIns="45700" spcFirstLastPara="1" rIns="45700" wrap="square" tIns="4570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41" name="Google Shape;41;p5"/>
          <p:cNvSpPr txBox="1"/>
          <p:nvPr>
            <p:ph type="title"/>
          </p:nvPr>
        </p:nvSpPr>
        <p:spPr>
          <a:xfrm>
            <a:off x="228599" y="200508"/>
            <a:ext cx="8508704" cy="383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1900"/>
              <a:buFont typeface="Arial"/>
              <a:buNone/>
              <a:defRPr sz="1900">
                <a:solidFill>
                  <a:srgbClr val="000000"/>
                </a:solidFill>
              </a:defRPr>
            </a:lvl1pPr>
            <a:lvl2pPr lvl="1" algn="l">
              <a:lnSpc>
                <a:spcPct val="85000"/>
              </a:lnSpc>
              <a:spcBef>
                <a:spcPts val="0"/>
              </a:spcBef>
              <a:spcAft>
                <a:spcPts val="0"/>
              </a:spcAft>
              <a:buClr>
                <a:srgbClr val="101329"/>
              </a:buClr>
              <a:buSzPts val="1800"/>
              <a:buNone/>
              <a:defRPr/>
            </a:lvl2pPr>
            <a:lvl3pPr lvl="2" algn="l">
              <a:lnSpc>
                <a:spcPct val="85000"/>
              </a:lnSpc>
              <a:spcBef>
                <a:spcPts val="0"/>
              </a:spcBef>
              <a:spcAft>
                <a:spcPts val="0"/>
              </a:spcAft>
              <a:buClr>
                <a:srgbClr val="101329"/>
              </a:buClr>
              <a:buSzPts val="1800"/>
              <a:buNone/>
              <a:defRPr/>
            </a:lvl3pPr>
            <a:lvl4pPr lvl="3" algn="l">
              <a:lnSpc>
                <a:spcPct val="85000"/>
              </a:lnSpc>
              <a:spcBef>
                <a:spcPts val="0"/>
              </a:spcBef>
              <a:spcAft>
                <a:spcPts val="0"/>
              </a:spcAft>
              <a:buClr>
                <a:srgbClr val="101329"/>
              </a:buClr>
              <a:buSzPts val="1800"/>
              <a:buNone/>
              <a:defRPr/>
            </a:lvl4pPr>
            <a:lvl5pPr lvl="4" algn="l">
              <a:lnSpc>
                <a:spcPct val="85000"/>
              </a:lnSpc>
              <a:spcBef>
                <a:spcPts val="0"/>
              </a:spcBef>
              <a:spcAft>
                <a:spcPts val="0"/>
              </a:spcAft>
              <a:buClr>
                <a:srgbClr val="101329"/>
              </a:buClr>
              <a:buSzPts val="1800"/>
              <a:buNone/>
              <a:defRPr/>
            </a:lvl5pPr>
            <a:lvl6pPr lvl="5" algn="l">
              <a:lnSpc>
                <a:spcPct val="85000"/>
              </a:lnSpc>
              <a:spcBef>
                <a:spcPts val="0"/>
              </a:spcBef>
              <a:spcAft>
                <a:spcPts val="0"/>
              </a:spcAft>
              <a:buClr>
                <a:srgbClr val="101329"/>
              </a:buClr>
              <a:buSzPts val="1800"/>
              <a:buNone/>
              <a:defRPr/>
            </a:lvl6pPr>
            <a:lvl7pPr lvl="6" algn="l">
              <a:lnSpc>
                <a:spcPct val="85000"/>
              </a:lnSpc>
              <a:spcBef>
                <a:spcPts val="0"/>
              </a:spcBef>
              <a:spcAft>
                <a:spcPts val="0"/>
              </a:spcAft>
              <a:buClr>
                <a:srgbClr val="101329"/>
              </a:buClr>
              <a:buSzPts val="1800"/>
              <a:buNone/>
              <a:defRPr/>
            </a:lvl7pPr>
            <a:lvl8pPr lvl="7" algn="l">
              <a:lnSpc>
                <a:spcPct val="85000"/>
              </a:lnSpc>
              <a:spcBef>
                <a:spcPts val="0"/>
              </a:spcBef>
              <a:spcAft>
                <a:spcPts val="0"/>
              </a:spcAft>
              <a:buClr>
                <a:srgbClr val="101329"/>
              </a:buClr>
              <a:buSzPts val="1800"/>
              <a:buNone/>
              <a:defRPr/>
            </a:lvl8pPr>
            <a:lvl9pPr lvl="8" algn="l">
              <a:lnSpc>
                <a:spcPct val="85000"/>
              </a:lnSpc>
              <a:spcBef>
                <a:spcPts val="0"/>
              </a:spcBef>
              <a:spcAft>
                <a:spcPts val="0"/>
              </a:spcAft>
              <a:buClr>
                <a:srgbClr val="101329"/>
              </a:buClr>
              <a:buSzPts val="1800"/>
              <a:buNone/>
              <a:defRPr/>
            </a:lvl9pPr>
          </a:lstStyle>
          <a:p/>
        </p:txBody>
      </p:sp>
      <p:sp>
        <p:nvSpPr>
          <p:cNvPr id="42" name="Google Shape;42;p5"/>
          <p:cNvSpPr txBox="1"/>
          <p:nvPr>
            <p:ph idx="2" type="body"/>
          </p:nvPr>
        </p:nvSpPr>
        <p:spPr>
          <a:xfrm>
            <a:off x="228599" y="1110878"/>
            <a:ext cx="1963227" cy="3148541"/>
          </a:xfrm>
          <a:prstGeom prst="rect">
            <a:avLst/>
          </a:prstGeom>
          <a:noFill/>
          <a:ln>
            <a:noFill/>
          </a:ln>
        </p:spPr>
        <p:txBody>
          <a:bodyPr anchorCtr="0" anchor="t"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43" name="Google Shape;43;p5"/>
          <p:cNvSpPr txBox="1"/>
          <p:nvPr>
            <p:ph idx="3" type="body"/>
          </p:nvPr>
        </p:nvSpPr>
        <p:spPr>
          <a:xfrm>
            <a:off x="228599" y="727778"/>
            <a:ext cx="1963228" cy="383103"/>
          </a:xfrm>
          <a:prstGeom prst="rect">
            <a:avLst/>
          </a:prstGeom>
          <a:noFill/>
          <a:ln>
            <a:noFill/>
          </a:ln>
        </p:spPr>
        <p:txBody>
          <a:bodyPr anchorCtr="0" anchor="ctr"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44" name="Google Shape;44;p5"/>
          <p:cNvSpPr txBox="1"/>
          <p:nvPr>
            <p:ph idx="4" type="body"/>
          </p:nvPr>
        </p:nvSpPr>
        <p:spPr>
          <a:xfrm>
            <a:off x="2395927" y="1110879"/>
            <a:ext cx="1963227" cy="3148542"/>
          </a:xfrm>
          <a:prstGeom prst="rect">
            <a:avLst/>
          </a:prstGeom>
          <a:noFill/>
          <a:ln>
            <a:noFill/>
          </a:ln>
        </p:spPr>
        <p:txBody>
          <a:bodyPr anchorCtr="0" anchor="t"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45" name="Google Shape;45;p5"/>
          <p:cNvSpPr txBox="1"/>
          <p:nvPr>
            <p:ph idx="5" type="body"/>
          </p:nvPr>
        </p:nvSpPr>
        <p:spPr>
          <a:xfrm>
            <a:off x="2395926" y="727779"/>
            <a:ext cx="1963229" cy="383103"/>
          </a:xfrm>
          <a:prstGeom prst="rect">
            <a:avLst/>
          </a:prstGeom>
          <a:noFill/>
          <a:ln>
            <a:noFill/>
          </a:ln>
        </p:spPr>
        <p:txBody>
          <a:bodyPr anchorCtr="0" anchor="ctr"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46" name="Google Shape;46;p5"/>
          <p:cNvSpPr txBox="1"/>
          <p:nvPr>
            <p:ph idx="6" type="body"/>
          </p:nvPr>
        </p:nvSpPr>
        <p:spPr>
          <a:xfrm>
            <a:off x="4563255" y="1118731"/>
            <a:ext cx="1963227" cy="3148542"/>
          </a:xfrm>
          <a:prstGeom prst="rect">
            <a:avLst/>
          </a:prstGeom>
          <a:noFill/>
          <a:ln>
            <a:noFill/>
          </a:ln>
        </p:spPr>
        <p:txBody>
          <a:bodyPr anchorCtr="0" anchor="t"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47" name="Google Shape;47;p5"/>
          <p:cNvSpPr txBox="1"/>
          <p:nvPr>
            <p:ph idx="7" type="body"/>
          </p:nvPr>
        </p:nvSpPr>
        <p:spPr>
          <a:xfrm>
            <a:off x="4563254" y="735631"/>
            <a:ext cx="1963229" cy="383103"/>
          </a:xfrm>
          <a:prstGeom prst="rect">
            <a:avLst/>
          </a:prstGeom>
          <a:noFill/>
          <a:ln>
            <a:noFill/>
          </a:ln>
        </p:spPr>
        <p:txBody>
          <a:bodyPr anchorCtr="0" anchor="ctr"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48" name="Google Shape;48;p5"/>
          <p:cNvSpPr txBox="1"/>
          <p:nvPr>
            <p:ph idx="8" type="body"/>
          </p:nvPr>
        </p:nvSpPr>
        <p:spPr>
          <a:xfrm>
            <a:off x="6730582" y="1095829"/>
            <a:ext cx="1963226" cy="3148542"/>
          </a:xfrm>
          <a:prstGeom prst="rect">
            <a:avLst/>
          </a:prstGeom>
          <a:noFill/>
          <a:ln>
            <a:noFill/>
          </a:ln>
        </p:spPr>
        <p:txBody>
          <a:bodyPr anchorCtr="0" anchor="t"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49" name="Google Shape;49;p5"/>
          <p:cNvSpPr txBox="1"/>
          <p:nvPr>
            <p:ph idx="9" type="body"/>
          </p:nvPr>
        </p:nvSpPr>
        <p:spPr>
          <a:xfrm>
            <a:off x="6730581" y="712729"/>
            <a:ext cx="1963228" cy="383103"/>
          </a:xfrm>
          <a:prstGeom prst="rect">
            <a:avLst/>
          </a:prstGeom>
          <a:noFill/>
          <a:ln>
            <a:noFill/>
          </a:ln>
        </p:spPr>
        <p:txBody>
          <a:bodyPr anchorCtr="0" anchor="ctr"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50" name="Google Shape;50;p5"/>
          <p:cNvSpPr txBox="1"/>
          <p:nvPr>
            <p:ph idx="12" type="sldNum"/>
          </p:nvPr>
        </p:nvSpPr>
        <p:spPr>
          <a:xfrm>
            <a:off x="6279546" y="4635136"/>
            <a:ext cx="273654" cy="264253"/>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showMasterSp="0">
  <p:cSld name="2 columns">
    <p:spTree>
      <p:nvGrpSpPr>
        <p:cNvPr id="51" name="Shape 51"/>
        <p:cNvGrpSpPr/>
        <p:nvPr/>
      </p:nvGrpSpPr>
      <p:grpSpPr>
        <a:xfrm>
          <a:off x="0" y="0"/>
          <a:ext cx="0" cy="0"/>
          <a:chOff x="0" y="0"/>
          <a:chExt cx="0" cy="0"/>
        </a:xfrm>
      </p:grpSpPr>
      <p:pic>
        <p:nvPicPr>
          <p:cNvPr descr="Group 2055248377.pngGoogle Shape;146;p17" id="52" name="Google Shape;52;p6"/>
          <p:cNvPicPr preferRelativeResize="0"/>
          <p:nvPr/>
        </p:nvPicPr>
        <p:blipFill rotWithShape="1">
          <a:blip r:embed="rId2">
            <a:alphaModFix/>
          </a:blip>
          <a:srcRect b="0" l="0" r="0" t="0"/>
          <a:stretch/>
        </p:blipFill>
        <p:spPr>
          <a:xfrm>
            <a:off x="228600" y="4794541"/>
            <a:ext cx="178751" cy="188751"/>
          </a:xfrm>
          <a:prstGeom prst="rect">
            <a:avLst/>
          </a:prstGeom>
          <a:noFill/>
          <a:ln>
            <a:noFill/>
          </a:ln>
        </p:spPr>
      </p:pic>
      <p:sp>
        <p:nvSpPr>
          <p:cNvPr id="53" name="Google Shape;53;p6"/>
          <p:cNvSpPr txBox="1"/>
          <p:nvPr/>
        </p:nvSpPr>
        <p:spPr>
          <a:xfrm>
            <a:off x="574702" y="4794542"/>
            <a:ext cx="4480563" cy="165146"/>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393939"/>
              </a:buClr>
              <a:buSzPts val="600"/>
              <a:buFont typeface="Arial"/>
              <a:buNone/>
            </a:pPr>
            <a:r>
              <a:rPr b="0" i="0" lang="en-US" sz="600" u="none" cap="none" strike="noStrike">
                <a:solidFill>
                  <a:srgbClr val="393939"/>
                </a:solidFill>
                <a:latin typeface="Arial"/>
                <a:ea typeface="Arial"/>
                <a:cs typeface="Arial"/>
                <a:sym typeface="Arial"/>
              </a:rPr>
              <a:t>Generated by AlphaSense Deep Research </a:t>
            </a:r>
            <a:endParaRPr/>
          </a:p>
        </p:txBody>
      </p:sp>
      <p:sp>
        <p:nvSpPr>
          <p:cNvPr id="54" name="Google Shape;54;p6"/>
          <p:cNvSpPr txBox="1"/>
          <p:nvPr>
            <p:ph idx="1" type="body"/>
          </p:nvPr>
        </p:nvSpPr>
        <p:spPr>
          <a:xfrm>
            <a:off x="7861910" y="4817326"/>
            <a:ext cx="1007771" cy="165150"/>
          </a:xfrm>
          <a:prstGeom prst="rect">
            <a:avLst/>
          </a:prstGeom>
          <a:noFill/>
          <a:ln>
            <a:noFill/>
          </a:ln>
        </p:spPr>
        <p:txBody>
          <a:bodyPr anchorCtr="0" anchor="t" bIns="45700" lIns="45700" spcFirstLastPara="1" rIns="45700" wrap="square" tIns="4570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55" name="Google Shape;55;p6"/>
          <p:cNvSpPr txBox="1"/>
          <p:nvPr>
            <p:ph idx="2" type="body"/>
          </p:nvPr>
        </p:nvSpPr>
        <p:spPr>
          <a:xfrm>
            <a:off x="4571998" y="1110874"/>
            <a:ext cx="4169067" cy="3155979"/>
          </a:xfrm>
          <a:prstGeom prst="rect">
            <a:avLst/>
          </a:prstGeom>
          <a:noFill/>
          <a:ln>
            <a:noFill/>
          </a:ln>
        </p:spPr>
        <p:txBody>
          <a:bodyPr anchorCtr="0" anchor="t"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56" name="Google Shape;56;p6"/>
          <p:cNvSpPr txBox="1"/>
          <p:nvPr>
            <p:ph type="title"/>
          </p:nvPr>
        </p:nvSpPr>
        <p:spPr>
          <a:xfrm>
            <a:off x="228600" y="200508"/>
            <a:ext cx="8512465" cy="383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1900"/>
              <a:buFont typeface="Arial"/>
              <a:buNone/>
              <a:defRPr sz="1900">
                <a:solidFill>
                  <a:srgbClr val="000000"/>
                </a:solidFill>
              </a:defRPr>
            </a:lvl1pPr>
            <a:lvl2pPr lvl="1" algn="l">
              <a:lnSpc>
                <a:spcPct val="85000"/>
              </a:lnSpc>
              <a:spcBef>
                <a:spcPts val="0"/>
              </a:spcBef>
              <a:spcAft>
                <a:spcPts val="0"/>
              </a:spcAft>
              <a:buClr>
                <a:srgbClr val="101329"/>
              </a:buClr>
              <a:buSzPts val="1800"/>
              <a:buNone/>
              <a:defRPr/>
            </a:lvl2pPr>
            <a:lvl3pPr lvl="2" algn="l">
              <a:lnSpc>
                <a:spcPct val="85000"/>
              </a:lnSpc>
              <a:spcBef>
                <a:spcPts val="0"/>
              </a:spcBef>
              <a:spcAft>
                <a:spcPts val="0"/>
              </a:spcAft>
              <a:buClr>
                <a:srgbClr val="101329"/>
              </a:buClr>
              <a:buSzPts val="1800"/>
              <a:buNone/>
              <a:defRPr/>
            </a:lvl3pPr>
            <a:lvl4pPr lvl="3" algn="l">
              <a:lnSpc>
                <a:spcPct val="85000"/>
              </a:lnSpc>
              <a:spcBef>
                <a:spcPts val="0"/>
              </a:spcBef>
              <a:spcAft>
                <a:spcPts val="0"/>
              </a:spcAft>
              <a:buClr>
                <a:srgbClr val="101329"/>
              </a:buClr>
              <a:buSzPts val="1800"/>
              <a:buNone/>
              <a:defRPr/>
            </a:lvl4pPr>
            <a:lvl5pPr lvl="4" algn="l">
              <a:lnSpc>
                <a:spcPct val="85000"/>
              </a:lnSpc>
              <a:spcBef>
                <a:spcPts val="0"/>
              </a:spcBef>
              <a:spcAft>
                <a:spcPts val="0"/>
              </a:spcAft>
              <a:buClr>
                <a:srgbClr val="101329"/>
              </a:buClr>
              <a:buSzPts val="1800"/>
              <a:buNone/>
              <a:defRPr/>
            </a:lvl5pPr>
            <a:lvl6pPr lvl="5" algn="l">
              <a:lnSpc>
                <a:spcPct val="85000"/>
              </a:lnSpc>
              <a:spcBef>
                <a:spcPts val="0"/>
              </a:spcBef>
              <a:spcAft>
                <a:spcPts val="0"/>
              </a:spcAft>
              <a:buClr>
                <a:srgbClr val="101329"/>
              </a:buClr>
              <a:buSzPts val="1800"/>
              <a:buNone/>
              <a:defRPr/>
            </a:lvl6pPr>
            <a:lvl7pPr lvl="6" algn="l">
              <a:lnSpc>
                <a:spcPct val="85000"/>
              </a:lnSpc>
              <a:spcBef>
                <a:spcPts val="0"/>
              </a:spcBef>
              <a:spcAft>
                <a:spcPts val="0"/>
              </a:spcAft>
              <a:buClr>
                <a:srgbClr val="101329"/>
              </a:buClr>
              <a:buSzPts val="1800"/>
              <a:buNone/>
              <a:defRPr/>
            </a:lvl7pPr>
            <a:lvl8pPr lvl="7" algn="l">
              <a:lnSpc>
                <a:spcPct val="85000"/>
              </a:lnSpc>
              <a:spcBef>
                <a:spcPts val="0"/>
              </a:spcBef>
              <a:spcAft>
                <a:spcPts val="0"/>
              </a:spcAft>
              <a:buClr>
                <a:srgbClr val="101329"/>
              </a:buClr>
              <a:buSzPts val="1800"/>
              <a:buNone/>
              <a:defRPr/>
            </a:lvl8pPr>
            <a:lvl9pPr lvl="8" algn="l">
              <a:lnSpc>
                <a:spcPct val="85000"/>
              </a:lnSpc>
              <a:spcBef>
                <a:spcPts val="0"/>
              </a:spcBef>
              <a:spcAft>
                <a:spcPts val="0"/>
              </a:spcAft>
              <a:buClr>
                <a:srgbClr val="101329"/>
              </a:buClr>
              <a:buSzPts val="1800"/>
              <a:buNone/>
              <a:defRPr/>
            </a:lvl9pPr>
          </a:lstStyle>
          <a:p/>
        </p:txBody>
      </p:sp>
      <p:sp>
        <p:nvSpPr>
          <p:cNvPr id="57" name="Google Shape;57;p6"/>
          <p:cNvSpPr txBox="1"/>
          <p:nvPr>
            <p:ph idx="3" type="body"/>
          </p:nvPr>
        </p:nvSpPr>
        <p:spPr>
          <a:xfrm>
            <a:off x="4571998" y="727775"/>
            <a:ext cx="4169067" cy="383103"/>
          </a:xfrm>
          <a:prstGeom prst="rect">
            <a:avLst/>
          </a:prstGeom>
          <a:noFill/>
          <a:ln>
            <a:noFill/>
          </a:ln>
        </p:spPr>
        <p:txBody>
          <a:bodyPr anchorCtr="0" anchor="ctr"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58" name="Google Shape;58;p6"/>
          <p:cNvSpPr txBox="1"/>
          <p:nvPr>
            <p:ph idx="4" type="body"/>
          </p:nvPr>
        </p:nvSpPr>
        <p:spPr>
          <a:xfrm>
            <a:off x="228596" y="1110876"/>
            <a:ext cx="4169069" cy="3155976"/>
          </a:xfrm>
          <a:prstGeom prst="rect">
            <a:avLst/>
          </a:prstGeom>
          <a:noFill/>
          <a:ln>
            <a:noFill/>
          </a:ln>
        </p:spPr>
        <p:txBody>
          <a:bodyPr anchorCtr="0" anchor="t"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59" name="Google Shape;59;p6"/>
          <p:cNvSpPr txBox="1"/>
          <p:nvPr>
            <p:ph idx="5" type="body"/>
          </p:nvPr>
        </p:nvSpPr>
        <p:spPr>
          <a:xfrm>
            <a:off x="228596" y="727776"/>
            <a:ext cx="4169069" cy="383103"/>
          </a:xfrm>
          <a:prstGeom prst="rect">
            <a:avLst/>
          </a:prstGeom>
          <a:noFill/>
          <a:ln>
            <a:noFill/>
          </a:ln>
        </p:spPr>
        <p:txBody>
          <a:bodyPr anchorCtr="0" anchor="ctr"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60" name="Google Shape;60;p6"/>
          <p:cNvSpPr txBox="1"/>
          <p:nvPr>
            <p:ph idx="12" type="sldNum"/>
          </p:nvPr>
        </p:nvSpPr>
        <p:spPr>
          <a:xfrm>
            <a:off x="6279546" y="4635136"/>
            <a:ext cx="273654" cy="264253"/>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Picture" showMasterSp="0">
  <p:cSld name="1 column Picture">
    <p:spTree>
      <p:nvGrpSpPr>
        <p:cNvPr id="61" name="Shape 61"/>
        <p:cNvGrpSpPr/>
        <p:nvPr/>
      </p:nvGrpSpPr>
      <p:grpSpPr>
        <a:xfrm>
          <a:off x="0" y="0"/>
          <a:ext cx="0" cy="0"/>
          <a:chOff x="0" y="0"/>
          <a:chExt cx="0" cy="0"/>
        </a:xfrm>
      </p:grpSpPr>
      <p:pic>
        <p:nvPicPr>
          <p:cNvPr descr="Group 2055248377.pngGoogle Shape;146;p17" id="62" name="Google Shape;62;p7"/>
          <p:cNvPicPr preferRelativeResize="0"/>
          <p:nvPr/>
        </p:nvPicPr>
        <p:blipFill rotWithShape="1">
          <a:blip r:embed="rId2">
            <a:alphaModFix/>
          </a:blip>
          <a:srcRect b="0" l="0" r="0" t="0"/>
          <a:stretch/>
        </p:blipFill>
        <p:spPr>
          <a:xfrm>
            <a:off x="228600" y="4794541"/>
            <a:ext cx="178751" cy="188751"/>
          </a:xfrm>
          <a:prstGeom prst="rect">
            <a:avLst/>
          </a:prstGeom>
          <a:noFill/>
          <a:ln>
            <a:noFill/>
          </a:ln>
        </p:spPr>
      </p:pic>
      <p:sp>
        <p:nvSpPr>
          <p:cNvPr id="63" name="Google Shape;63;p7"/>
          <p:cNvSpPr txBox="1"/>
          <p:nvPr/>
        </p:nvSpPr>
        <p:spPr>
          <a:xfrm>
            <a:off x="574703" y="4794542"/>
            <a:ext cx="4480562" cy="165146"/>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393939"/>
              </a:buClr>
              <a:buSzPts val="600"/>
              <a:buFont typeface="Arial"/>
              <a:buNone/>
            </a:pPr>
            <a:r>
              <a:rPr b="0" i="0" lang="en-US" sz="600" u="none" cap="none" strike="noStrike">
                <a:solidFill>
                  <a:srgbClr val="393939"/>
                </a:solidFill>
                <a:latin typeface="Arial"/>
                <a:ea typeface="Arial"/>
                <a:cs typeface="Arial"/>
                <a:sym typeface="Arial"/>
              </a:rPr>
              <a:t>Generated by AlphaSense Deep Research </a:t>
            </a:r>
            <a:endParaRPr/>
          </a:p>
        </p:txBody>
      </p:sp>
      <p:sp>
        <p:nvSpPr>
          <p:cNvPr id="64" name="Google Shape;64;p7"/>
          <p:cNvSpPr txBox="1"/>
          <p:nvPr>
            <p:ph idx="1" type="body"/>
          </p:nvPr>
        </p:nvSpPr>
        <p:spPr>
          <a:xfrm>
            <a:off x="7861910" y="4817326"/>
            <a:ext cx="1007771" cy="165150"/>
          </a:xfrm>
          <a:prstGeom prst="rect">
            <a:avLst/>
          </a:prstGeom>
          <a:noFill/>
          <a:ln>
            <a:noFill/>
          </a:ln>
        </p:spPr>
        <p:txBody>
          <a:bodyPr anchorCtr="0" anchor="t" bIns="45700" lIns="45700" spcFirstLastPara="1" rIns="45700" wrap="square" tIns="4570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65" name="Google Shape;65;p7"/>
          <p:cNvSpPr txBox="1"/>
          <p:nvPr>
            <p:ph type="title"/>
          </p:nvPr>
        </p:nvSpPr>
        <p:spPr>
          <a:xfrm>
            <a:off x="228599" y="200508"/>
            <a:ext cx="8715376" cy="383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1900"/>
              <a:buFont typeface="Arial"/>
              <a:buNone/>
              <a:defRPr sz="1900">
                <a:solidFill>
                  <a:srgbClr val="000000"/>
                </a:solidFill>
              </a:defRPr>
            </a:lvl1pPr>
            <a:lvl2pPr lvl="1" algn="l">
              <a:lnSpc>
                <a:spcPct val="85000"/>
              </a:lnSpc>
              <a:spcBef>
                <a:spcPts val="0"/>
              </a:spcBef>
              <a:spcAft>
                <a:spcPts val="0"/>
              </a:spcAft>
              <a:buClr>
                <a:srgbClr val="101329"/>
              </a:buClr>
              <a:buSzPts val="1800"/>
              <a:buNone/>
              <a:defRPr/>
            </a:lvl2pPr>
            <a:lvl3pPr lvl="2" algn="l">
              <a:lnSpc>
                <a:spcPct val="85000"/>
              </a:lnSpc>
              <a:spcBef>
                <a:spcPts val="0"/>
              </a:spcBef>
              <a:spcAft>
                <a:spcPts val="0"/>
              </a:spcAft>
              <a:buClr>
                <a:srgbClr val="101329"/>
              </a:buClr>
              <a:buSzPts val="1800"/>
              <a:buNone/>
              <a:defRPr/>
            </a:lvl3pPr>
            <a:lvl4pPr lvl="3" algn="l">
              <a:lnSpc>
                <a:spcPct val="85000"/>
              </a:lnSpc>
              <a:spcBef>
                <a:spcPts val="0"/>
              </a:spcBef>
              <a:spcAft>
                <a:spcPts val="0"/>
              </a:spcAft>
              <a:buClr>
                <a:srgbClr val="101329"/>
              </a:buClr>
              <a:buSzPts val="1800"/>
              <a:buNone/>
              <a:defRPr/>
            </a:lvl4pPr>
            <a:lvl5pPr lvl="4" algn="l">
              <a:lnSpc>
                <a:spcPct val="85000"/>
              </a:lnSpc>
              <a:spcBef>
                <a:spcPts val="0"/>
              </a:spcBef>
              <a:spcAft>
                <a:spcPts val="0"/>
              </a:spcAft>
              <a:buClr>
                <a:srgbClr val="101329"/>
              </a:buClr>
              <a:buSzPts val="1800"/>
              <a:buNone/>
              <a:defRPr/>
            </a:lvl5pPr>
            <a:lvl6pPr lvl="5" algn="l">
              <a:lnSpc>
                <a:spcPct val="85000"/>
              </a:lnSpc>
              <a:spcBef>
                <a:spcPts val="0"/>
              </a:spcBef>
              <a:spcAft>
                <a:spcPts val="0"/>
              </a:spcAft>
              <a:buClr>
                <a:srgbClr val="101329"/>
              </a:buClr>
              <a:buSzPts val="1800"/>
              <a:buNone/>
              <a:defRPr/>
            </a:lvl6pPr>
            <a:lvl7pPr lvl="6" algn="l">
              <a:lnSpc>
                <a:spcPct val="85000"/>
              </a:lnSpc>
              <a:spcBef>
                <a:spcPts val="0"/>
              </a:spcBef>
              <a:spcAft>
                <a:spcPts val="0"/>
              </a:spcAft>
              <a:buClr>
                <a:srgbClr val="101329"/>
              </a:buClr>
              <a:buSzPts val="1800"/>
              <a:buNone/>
              <a:defRPr/>
            </a:lvl7pPr>
            <a:lvl8pPr lvl="7" algn="l">
              <a:lnSpc>
                <a:spcPct val="85000"/>
              </a:lnSpc>
              <a:spcBef>
                <a:spcPts val="0"/>
              </a:spcBef>
              <a:spcAft>
                <a:spcPts val="0"/>
              </a:spcAft>
              <a:buClr>
                <a:srgbClr val="101329"/>
              </a:buClr>
              <a:buSzPts val="1800"/>
              <a:buNone/>
              <a:defRPr/>
            </a:lvl8pPr>
            <a:lvl9pPr lvl="8" algn="l">
              <a:lnSpc>
                <a:spcPct val="85000"/>
              </a:lnSpc>
              <a:spcBef>
                <a:spcPts val="0"/>
              </a:spcBef>
              <a:spcAft>
                <a:spcPts val="0"/>
              </a:spcAft>
              <a:buClr>
                <a:srgbClr val="101329"/>
              </a:buClr>
              <a:buSzPts val="1800"/>
              <a:buNone/>
              <a:defRPr/>
            </a:lvl9pPr>
          </a:lstStyle>
          <a:p/>
        </p:txBody>
      </p:sp>
      <p:sp>
        <p:nvSpPr>
          <p:cNvPr id="66" name="Google Shape;66;p7"/>
          <p:cNvSpPr/>
          <p:nvPr>
            <p:ph idx="2" type="pic"/>
          </p:nvPr>
        </p:nvSpPr>
        <p:spPr>
          <a:xfrm>
            <a:off x="4519612" y="735525"/>
            <a:ext cx="4424363" cy="3538542"/>
          </a:xfrm>
          <a:prstGeom prst="rect">
            <a:avLst/>
          </a:prstGeom>
          <a:noFill/>
          <a:ln>
            <a:noFill/>
          </a:ln>
        </p:spPr>
      </p:sp>
      <p:sp>
        <p:nvSpPr>
          <p:cNvPr id="67" name="Google Shape;67;p7"/>
          <p:cNvSpPr txBox="1"/>
          <p:nvPr>
            <p:ph idx="3" type="body"/>
          </p:nvPr>
        </p:nvSpPr>
        <p:spPr>
          <a:xfrm>
            <a:off x="228596" y="735527"/>
            <a:ext cx="4169069" cy="383101"/>
          </a:xfrm>
          <a:prstGeom prst="rect">
            <a:avLst/>
          </a:prstGeom>
          <a:noFill/>
          <a:ln>
            <a:noFill/>
          </a:ln>
        </p:spPr>
        <p:txBody>
          <a:bodyPr anchorCtr="0" anchor="ctr"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68" name="Google Shape;68;p7"/>
          <p:cNvSpPr txBox="1"/>
          <p:nvPr>
            <p:ph idx="4" type="body"/>
          </p:nvPr>
        </p:nvSpPr>
        <p:spPr>
          <a:xfrm>
            <a:off x="228596" y="1177874"/>
            <a:ext cx="4169069" cy="3096730"/>
          </a:xfrm>
          <a:prstGeom prst="rect">
            <a:avLst/>
          </a:prstGeom>
          <a:noFill/>
          <a:ln>
            <a:noFill/>
          </a:ln>
        </p:spPr>
        <p:txBody>
          <a:bodyPr anchorCtr="0" anchor="t"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69" name="Google Shape;69;p7"/>
          <p:cNvSpPr txBox="1"/>
          <p:nvPr>
            <p:ph idx="12" type="sldNum"/>
          </p:nvPr>
        </p:nvSpPr>
        <p:spPr>
          <a:xfrm>
            <a:off x="6279546" y="4635136"/>
            <a:ext cx="273654" cy="264253"/>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Chart" showMasterSp="0">
  <p:cSld name="1 column Chart">
    <p:spTree>
      <p:nvGrpSpPr>
        <p:cNvPr id="70" name="Shape 70"/>
        <p:cNvGrpSpPr/>
        <p:nvPr/>
      </p:nvGrpSpPr>
      <p:grpSpPr>
        <a:xfrm>
          <a:off x="0" y="0"/>
          <a:ext cx="0" cy="0"/>
          <a:chOff x="0" y="0"/>
          <a:chExt cx="0" cy="0"/>
        </a:xfrm>
      </p:grpSpPr>
      <p:pic>
        <p:nvPicPr>
          <p:cNvPr descr="Group 2055248377.pngGoogle Shape;146;p17" id="71" name="Google Shape;71;p8"/>
          <p:cNvPicPr preferRelativeResize="0"/>
          <p:nvPr/>
        </p:nvPicPr>
        <p:blipFill rotWithShape="1">
          <a:blip r:embed="rId2">
            <a:alphaModFix/>
          </a:blip>
          <a:srcRect b="0" l="0" r="0" t="0"/>
          <a:stretch/>
        </p:blipFill>
        <p:spPr>
          <a:xfrm>
            <a:off x="228600" y="4794541"/>
            <a:ext cx="178751" cy="188751"/>
          </a:xfrm>
          <a:prstGeom prst="rect">
            <a:avLst/>
          </a:prstGeom>
          <a:noFill/>
          <a:ln>
            <a:noFill/>
          </a:ln>
        </p:spPr>
      </p:pic>
      <p:sp>
        <p:nvSpPr>
          <p:cNvPr id="72" name="Google Shape;72;p8"/>
          <p:cNvSpPr txBox="1"/>
          <p:nvPr/>
        </p:nvSpPr>
        <p:spPr>
          <a:xfrm>
            <a:off x="574703" y="4794542"/>
            <a:ext cx="4480562" cy="165146"/>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393939"/>
              </a:buClr>
              <a:buSzPts val="600"/>
              <a:buFont typeface="Arial"/>
              <a:buNone/>
            </a:pPr>
            <a:r>
              <a:rPr b="0" i="0" lang="en-US" sz="600" u="none" cap="none" strike="noStrike">
                <a:solidFill>
                  <a:srgbClr val="393939"/>
                </a:solidFill>
                <a:latin typeface="Arial"/>
                <a:ea typeface="Arial"/>
                <a:cs typeface="Arial"/>
                <a:sym typeface="Arial"/>
              </a:rPr>
              <a:t>Generated by AlphaSense Deep Research </a:t>
            </a:r>
            <a:endParaRPr/>
          </a:p>
        </p:txBody>
      </p:sp>
      <p:sp>
        <p:nvSpPr>
          <p:cNvPr id="73" name="Google Shape;73;p8"/>
          <p:cNvSpPr txBox="1"/>
          <p:nvPr>
            <p:ph idx="1" type="body"/>
          </p:nvPr>
        </p:nvSpPr>
        <p:spPr>
          <a:xfrm>
            <a:off x="7861910" y="4817326"/>
            <a:ext cx="1007771" cy="165150"/>
          </a:xfrm>
          <a:prstGeom prst="rect">
            <a:avLst/>
          </a:prstGeom>
          <a:noFill/>
          <a:ln>
            <a:noFill/>
          </a:ln>
        </p:spPr>
        <p:txBody>
          <a:bodyPr anchorCtr="0" anchor="t" bIns="45700" lIns="45700" spcFirstLastPara="1" rIns="45700" wrap="square" tIns="4570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74" name="Google Shape;74;p8"/>
          <p:cNvSpPr txBox="1"/>
          <p:nvPr>
            <p:ph type="title"/>
          </p:nvPr>
        </p:nvSpPr>
        <p:spPr>
          <a:xfrm>
            <a:off x="228599" y="200508"/>
            <a:ext cx="8715376" cy="383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1900"/>
              <a:buFont typeface="Arial"/>
              <a:buNone/>
              <a:defRPr sz="1900">
                <a:solidFill>
                  <a:srgbClr val="000000"/>
                </a:solidFill>
              </a:defRPr>
            </a:lvl1pPr>
            <a:lvl2pPr lvl="1" algn="l">
              <a:lnSpc>
                <a:spcPct val="85000"/>
              </a:lnSpc>
              <a:spcBef>
                <a:spcPts val="0"/>
              </a:spcBef>
              <a:spcAft>
                <a:spcPts val="0"/>
              </a:spcAft>
              <a:buClr>
                <a:srgbClr val="101329"/>
              </a:buClr>
              <a:buSzPts val="1800"/>
              <a:buNone/>
              <a:defRPr/>
            </a:lvl2pPr>
            <a:lvl3pPr lvl="2" algn="l">
              <a:lnSpc>
                <a:spcPct val="85000"/>
              </a:lnSpc>
              <a:spcBef>
                <a:spcPts val="0"/>
              </a:spcBef>
              <a:spcAft>
                <a:spcPts val="0"/>
              </a:spcAft>
              <a:buClr>
                <a:srgbClr val="101329"/>
              </a:buClr>
              <a:buSzPts val="1800"/>
              <a:buNone/>
              <a:defRPr/>
            </a:lvl3pPr>
            <a:lvl4pPr lvl="3" algn="l">
              <a:lnSpc>
                <a:spcPct val="85000"/>
              </a:lnSpc>
              <a:spcBef>
                <a:spcPts val="0"/>
              </a:spcBef>
              <a:spcAft>
                <a:spcPts val="0"/>
              </a:spcAft>
              <a:buClr>
                <a:srgbClr val="101329"/>
              </a:buClr>
              <a:buSzPts val="1800"/>
              <a:buNone/>
              <a:defRPr/>
            </a:lvl4pPr>
            <a:lvl5pPr lvl="4" algn="l">
              <a:lnSpc>
                <a:spcPct val="85000"/>
              </a:lnSpc>
              <a:spcBef>
                <a:spcPts val="0"/>
              </a:spcBef>
              <a:spcAft>
                <a:spcPts val="0"/>
              </a:spcAft>
              <a:buClr>
                <a:srgbClr val="101329"/>
              </a:buClr>
              <a:buSzPts val="1800"/>
              <a:buNone/>
              <a:defRPr/>
            </a:lvl5pPr>
            <a:lvl6pPr lvl="5" algn="l">
              <a:lnSpc>
                <a:spcPct val="85000"/>
              </a:lnSpc>
              <a:spcBef>
                <a:spcPts val="0"/>
              </a:spcBef>
              <a:spcAft>
                <a:spcPts val="0"/>
              </a:spcAft>
              <a:buClr>
                <a:srgbClr val="101329"/>
              </a:buClr>
              <a:buSzPts val="1800"/>
              <a:buNone/>
              <a:defRPr/>
            </a:lvl6pPr>
            <a:lvl7pPr lvl="6" algn="l">
              <a:lnSpc>
                <a:spcPct val="85000"/>
              </a:lnSpc>
              <a:spcBef>
                <a:spcPts val="0"/>
              </a:spcBef>
              <a:spcAft>
                <a:spcPts val="0"/>
              </a:spcAft>
              <a:buClr>
                <a:srgbClr val="101329"/>
              </a:buClr>
              <a:buSzPts val="1800"/>
              <a:buNone/>
              <a:defRPr/>
            </a:lvl7pPr>
            <a:lvl8pPr lvl="7" algn="l">
              <a:lnSpc>
                <a:spcPct val="85000"/>
              </a:lnSpc>
              <a:spcBef>
                <a:spcPts val="0"/>
              </a:spcBef>
              <a:spcAft>
                <a:spcPts val="0"/>
              </a:spcAft>
              <a:buClr>
                <a:srgbClr val="101329"/>
              </a:buClr>
              <a:buSzPts val="1800"/>
              <a:buNone/>
              <a:defRPr/>
            </a:lvl8pPr>
            <a:lvl9pPr lvl="8" algn="l">
              <a:lnSpc>
                <a:spcPct val="85000"/>
              </a:lnSpc>
              <a:spcBef>
                <a:spcPts val="0"/>
              </a:spcBef>
              <a:spcAft>
                <a:spcPts val="0"/>
              </a:spcAft>
              <a:buClr>
                <a:srgbClr val="101329"/>
              </a:buClr>
              <a:buSzPts val="1800"/>
              <a:buNone/>
              <a:defRPr/>
            </a:lvl9pPr>
          </a:lstStyle>
          <a:p/>
        </p:txBody>
      </p:sp>
      <p:sp>
        <p:nvSpPr>
          <p:cNvPr id="75" name="Google Shape;75;p8"/>
          <p:cNvSpPr txBox="1"/>
          <p:nvPr>
            <p:ph idx="2" type="body"/>
          </p:nvPr>
        </p:nvSpPr>
        <p:spPr>
          <a:xfrm>
            <a:off x="228596" y="1178158"/>
            <a:ext cx="4169070" cy="3096730"/>
          </a:xfrm>
          <a:prstGeom prst="rect">
            <a:avLst/>
          </a:prstGeom>
          <a:noFill/>
          <a:ln>
            <a:noFill/>
          </a:ln>
        </p:spPr>
        <p:txBody>
          <a:bodyPr anchorCtr="0" anchor="t"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76" name="Google Shape;76;p8"/>
          <p:cNvSpPr txBox="1"/>
          <p:nvPr>
            <p:ph idx="3" type="body"/>
          </p:nvPr>
        </p:nvSpPr>
        <p:spPr>
          <a:xfrm>
            <a:off x="228596" y="735812"/>
            <a:ext cx="4169070" cy="383102"/>
          </a:xfrm>
          <a:prstGeom prst="rect">
            <a:avLst/>
          </a:prstGeom>
          <a:noFill/>
          <a:ln>
            <a:noFill/>
          </a:ln>
        </p:spPr>
        <p:txBody>
          <a:bodyPr anchorCtr="0" anchor="ctr"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77" name="Google Shape;77;p8"/>
          <p:cNvSpPr txBox="1"/>
          <p:nvPr>
            <p:ph idx="12" type="sldNum"/>
          </p:nvPr>
        </p:nvSpPr>
        <p:spPr>
          <a:xfrm>
            <a:off x="6279546" y="4635136"/>
            <a:ext cx="273654" cy="264253"/>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gal page - small font" showMasterSp="0">
  <p:cSld name="Legal page - small font">
    <p:spTree>
      <p:nvGrpSpPr>
        <p:cNvPr id="78" name="Shape 78"/>
        <p:cNvGrpSpPr/>
        <p:nvPr/>
      </p:nvGrpSpPr>
      <p:grpSpPr>
        <a:xfrm>
          <a:off x="0" y="0"/>
          <a:ext cx="0" cy="0"/>
          <a:chOff x="0" y="0"/>
          <a:chExt cx="0" cy="0"/>
        </a:xfrm>
      </p:grpSpPr>
      <p:pic>
        <p:nvPicPr>
          <p:cNvPr descr="Group 2055248377.pngGoogle Shape;146;p17" id="79" name="Google Shape;79;p9"/>
          <p:cNvPicPr preferRelativeResize="0"/>
          <p:nvPr/>
        </p:nvPicPr>
        <p:blipFill rotWithShape="1">
          <a:blip r:embed="rId2">
            <a:alphaModFix/>
          </a:blip>
          <a:srcRect b="0" l="0" r="0" t="0"/>
          <a:stretch/>
        </p:blipFill>
        <p:spPr>
          <a:xfrm>
            <a:off x="228600" y="4794541"/>
            <a:ext cx="178751" cy="188751"/>
          </a:xfrm>
          <a:prstGeom prst="rect">
            <a:avLst/>
          </a:prstGeom>
          <a:noFill/>
          <a:ln>
            <a:noFill/>
          </a:ln>
        </p:spPr>
      </p:pic>
      <p:sp>
        <p:nvSpPr>
          <p:cNvPr id="80" name="Google Shape;80;p9"/>
          <p:cNvSpPr txBox="1"/>
          <p:nvPr/>
        </p:nvSpPr>
        <p:spPr>
          <a:xfrm>
            <a:off x="574702" y="4794542"/>
            <a:ext cx="4480563" cy="165146"/>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393939"/>
              </a:buClr>
              <a:buSzPts val="600"/>
              <a:buFont typeface="Arial"/>
              <a:buNone/>
            </a:pPr>
            <a:r>
              <a:rPr b="0" i="0" lang="en-US" sz="600" u="none" cap="none" strike="noStrike">
                <a:solidFill>
                  <a:srgbClr val="393939"/>
                </a:solidFill>
                <a:latin typeface="Arial"/>
                <a:ea typeface="Arial"/>
                <a:cs typeface="Arial"/>
                <a:sym typeface="Arial"/>
              </a:rPr>
              <a:t>Generated by AlphaSense Deep Research </a:t>
            </a:r>
            <a:endParaRPr/>
          </a:p>
        </p:txBody>
      </p:sp>
      <p:sp>
        <p:nvSpPr>
          <p:cNvPr id="81" name="Google Shape;81;p9"/>
          <p:cNvSpPr txBox="1"/>
          <p:nvPr>
            <p:ph idx="1" type="body"/>
          </p:nvPr>
        </p:nvSpPr>
        <p:spPr>
          <a:xfrm>
            <a:off x="7861910" y="4817326"/>
            <a:ext cx="1007771" cy="165150"/>
          </a:xfrm>
          <a:prstGeom prst="rect">
            <a:avLst/>
          </a:prstGeom>
          <a:noFill/>
          <a:ln>
            <a:noFill/>
          </a:ln>
        </p:spPr>
        <p:txBody>
          <a:bodyPr anchorCtr="0" anchor="t" bIns="45700" lIns="45700" spcFirstLastPara="1" rIns="45700" wrap="square" tIns="4570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82" name="Google Shape;82;p9"/>
          <p:cNvSpPr txBox="1"/>
          <p:nvPr>
            <p:ph type="title"/>
          </p:nvPr>
        </p:nvSpPr>
        <p:spPr>
          <a:xfrm>
            <a:off x="228600" y="200508"/>
            <a:ext cx="8632902" cy="383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1900"/>
              <a:buFont typeface="Arial"/>
              <a:buNone/>
              <a:defRPr sz="1900">
                <a:solidFill>
                  <a:srgbClr val="000000"/>
                </a:solidFill>
              </a:defRPr>
            </a:lvl1pPr>
            <a:lvl2pPr lvl="1" algn="l">
              <a:lnSpc>
                <a:spcPct val="85000"/>
              </a:lnSpc>
              <a:spcBef>
                <a:spcPts val="0"/>
              </a:spcBef>
              <a:spcAft>
                <a:spcPts val="0"/>
              </a:spcAft>
              <a:buClr>
                <a:srgbClr val="101329"/>
              </a:buClr>
              <a:buSzPts val="1800"/>
              <a:buNone/>
              <a:defRPr/>
            </a:lvl2pPr>
            <a:lvl3pPr lvl="2" algn="l">
              <a:lnSpc>
                <a:spcPct val="85000"/>
              </a:lnSpc>
              <a:spcBef>
                <a:spcPts val="0"/>
              </a:spcBef>
              <a:spcAft>
                <a:spcPts val="0"/>
              </a:spcAft>
              <a:buClr>
                <a:srgbClr val="101329"/>
              </a:buClr>
              <a:buSzPts val="1800"/>
              <a:buNone/>
              <a:defRPr/>
            </a:lvl3pPr>
            <a:lvl4pPr lvl="3" algn="l">
              <a:lnSpc>
                <a:spcPct val="85000"/>
              </a:lnSpc>
              <a:spcBef>
                <a:spcPts val="0"/>
              </a:spcBef>
              <a:spcAft>
                <a:spcPts val="0"/>
              </a:spcAft>
              <a:buClr>
                <a:srgbClr val="101329"/>
              </a:buClr>
              <a:buSzPts val="1800"/>
              <a:buNone/>
              <a:defRPr/>
            </a:lvl4pPr>
            <a:lvl5pPr lvl="4" algn="l">
              <a:lnSpc>
                <a:spcPct val="85000"/>
              </a:lnSpc>
              <a:spcBef>
                <a:spcPts val="0"/>
              </a:spcBef>
              <a:spcAft>
                <a:spcPts val="0"/>
              </a:spcAft>
              <a:buClr>
                <a:srgbClr val="101329"/>
              </a:buClr>
              <a:buSzPts val="1800"/>
              <a:buNone/>
              <a:defRPr/>
            </a:lvl5pPr>
            <a:lvl6pPr lvl="5" algn="l">
              <a:lnSpc>
                <a:spcPct val="85000"/>
              </a:lnSpc>
              <a:spcBef>
                <a:spcPts val="0"/>
              </a:spcBef>
              <a:spcAft>
                <a:spcPts val="0"/>
              </a:spcAft>
              <a:buClr>
                <a:srgbClr val="101329"/>
              </a:buClr>
              <a:buSzPts val="1800"/>
              <a:buNone/>
              <a:defRPr/>
            </a:lvl6pPr>
            <a:lvl7pPr lvl="6" algn="l">
              <a:lnSpc>
                <a:spcPct val="85000"/>
              </a:lnSpc>
              <a:spcBef>
                <a:spcPts val="0"/>
              </a:spcBef>
              <a:spcAft>
                <a:spcPts val="0"/>
              </a:spcAft>
              <a:buClr>
                <a:srgbClr val="101329"/>
              </a:buClr>
              <a:buSzPts val="1800"/>
              <a:buNone/>
              <a:defRPr/>
            </a:lvl7pPr>
            <a:lvl8pPr lvl="7" algn="l">
              <a:lnSpc>
                <a:spcPct val="85000"/>
              </a:lnSpc>
              <a:spcBef>
                <a:spcPts val="0"/>
              </a:spcBef>
              <a:spcAft>
                <a:spcPts val="0"/>
              </a:spcAft>
              <a:buClr>
                <a:srgbClr val="101329"/>
              </a:buClr>
              <a:buSzPts val="1800"/>
              <a:buNone/>
              <a:defRPr/>
            </a:lvl8pPr>
            <a:lvl9pPr lvl="8" algn="l">
              <a:lnSpc>
                <a:spcPct val="85000"/>
              </a:lnSpc>
              <a:spcBef>
                <a:spcPts val="0"/>
              </a:spcBef>
              <a:spcAft>
                <a:spcPts val="0"/>
              </a:spcAft>
              <a:buClr>
                <a:srgbClr val="101329"/>
              </a:buClr>
              <a:buSzPts val="1800"/>
              <a:buNone/>
              <a:defRPr/>
            </a:lvl9pPr>
          </a:lstStyle>
          <a:p/>
        </p:txBody>
      </p:sp>
      <p:sp>
        <p:nvSpPr>
          <p:cNvPr id="83" name="Google Shape;83;p9"/>
          <p:cNvSpPr txBox="1"/>
          <p:nvPr>
            <p:ph idx="2" type="body"/>
          </p:nvPr>
        </p:nvSpPr>
        <p:spPr>
          <a:xfrm>
            <a:off x="228600" y="727709"/>
            <a:ext cx="8632825" cy="3595688"/>
          </a:xfrm>
          <a:prstGeom prst="rect">
            <a:avLst/>
          </a:prstGeom>
          <a:noFill/>
          <a:ln>
            <a:noFill/>
          </a:ln>
        </p:spPr>
        <p:txBody>
          <a:bodyPr anchorCtr="0" anchor="t"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84" name="Google Shape;84;p9"/>
          <p:cNvSpPr txBox="1"/>
          <p:nvPr>
            <p:ph idx="12" type="sldNum"/>
          </p:nvPr>
        </p:nvSpPr>
        <p:spPr>
          <a:xfrm>
            <a:off x="6279546" y="4635136"/>
            <a:ext cx="273654" cy="264253"/>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ist" showMasterSp="0">
  <p:cSld name="Number list">
    <p:spTree>
      <p:nvGrpSpPr>
        <p:cNvPr id="85" name="Shape 85"/>
        <p:cNvGrpSpPr/>
        <p:nvPr/>
      </p:nvGrpSpPr>
      <p:grpSpPr>
        <a:xfrm>
          <a:off x="0" y="0"/>
          <a:ext cx="0" cy="0"/>
          <a:chOff x="0" y="0"/>
          <a:chExt cx="0" cy="0"/>
        </a:xfrm>
      </p:grpSpPr>
      <p:pic>
        <p:nvPicPr>
          <p:cNvPr descr="Group 2055248377.pngGoogle Shape;146;p17" id="86" name="Google Shape;86;p10"/>
          <p:cNvPicPr preferRelativeResize="0"/>
          <p:nvPr/>
        </p:nvPicPr>
        <p:blipFill rotWithShape="1">
          <a:blip r:embed="rId2">
            <a:alphaModFix/>
          </a:blip>
          <a:srcRect b="0" l="0" r="0" t="0"/>
          <a:stretch/>
        </p:blipFill>
        <p:spPr>
          <a:xfrm>
            <a:off x="228600" y="4794541"/>
            <a:ext cx="178751" cy="188751"/>
          </a:xfrm>
          <a:prstGeom prst="rect">
            <a:avLst/>
          </a:prstGeom>
          <a:noFill/>
          <a:ln>
            <a:noFill/>
          </a:ln>
        </p:spPr>
      </p:pic>
      <p:sp>
        <p:nvSpPr>
          <p:cNvPr id="87" name="Google Shape;87;p10"/>
          <p:cNvSpPr txBox="1"/>
          <p:nvPr/>
        </p:nvSpPr>
        <p:spPr>
          <a:xfrm>
            <a:off x="574703" y="4794542"/>
            <a:ext cx="4480562" cy="165146"/>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393939"/>
              </a:buClr>
              <a:buSzPts val="600"/>
              <a:buFont typeface="Arial"/>
              <a:buNone/>
            </a:pPr>
            <a:r>
              <a:rPr b="0" i="0" lang="en-US" sz="600" u="none" cap="none" strike="noStrike">
                <a:solidFill>
                  <a:srgbClr val="393939"/>
                </a:solidFill>
                <a:latin typeface="Arial"/>
                <a:ea typeface="Arial"/>
                <a:cs typeface="Arial"/>
                <a:sym typeface="Arial"/>
              </a:rPr>
              <a:t>Generated by AlphaSense Deep Research </a:t>
            </a:r>
            <a:endParaRPr/>
          </a:p>
        </p:txBody>
      </p:sp>
      <p:sp>
        <p:nvSpPr>
          <p:cNvPr id="88" name="Google Shape;88;p10"/>
          <p:cNvSpPr txBox="1"/>
          <p:nvPr>
            <p:ph idx="1" type="body"/>
          </p:nvPr>
        </p:nvSpPr>
        <p:spPr>
          <a:xfrm>
            <a:off x="7861910" y="4817326"/>
            <a:ext cx="1007771" cy="165150"/>
          </a:xfrm>
          <a:prstGeom prst="rect">
            <a:avLst/>
          </a:prstGeom>
          <a:noFill/>
          <a:ln>
            <a:noFill/>
          </a:ln>
        </p:spPr>
        <p:txBody>
          <a:bodyPr anchorCtr="0" anchor="t" bIns="45700" lIns="45700" spcFirstLastPara="1" rIns="45700" wrap="square" tIns="4570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89" name="Google Shape;89;p10"/>
          <p:cNvSpPr txBox="1"/>
          <p:nvPr>
            <p:ph type="title"/>
          </p:nvPr>
        </p:nvSpPr>
        <p:spPr>
          <a:xfrm>
            <a:off x="228600" y="200508"/>
            <a:ext cx="8632902" cy="3831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rgbClr val="000000"/>
              </a:buClr>
              <a:buSzPts val="1900"/>
              <a:buFont typeface="Arial"/>
              <a:buNone/>
              <a:defRPr sz="1900">
                <a:solidFill>
                  <a:srgbClr val="000000"/>
                </a:solidFill>
              </a:defRPr>
            </a:lvl1pPr>
            <a:lvl2pPr lvl="1" algn="l">
              <a:lnSpc>
                <a:spcPct val="85000"/>
              </a:lnSpc>
              <a:spcBef>
                <a:spcPts val="0"/>
              </a:spcBef>
              <a:spcAft>
                <a:spcPts val="0"/>
              </a:spcAft>
              <a:buClr>
                <a:srgbClr val="101329"/>
              </a:buClr>
              <a:buSzPts val="1800"/>
              <a:buNone/>
              <a:defRPr/>
            </a:lvl2pPr>
            <a:lvl3pPr lvl="2" algn="l">
              <a:lnSpc>
                <a:spcPct val="85000"/>
              </a:lnSpc>
              <a:spcBef>
                <a:spcPts val="0"/>
              </a:spcBef>
              <a:spcAft>
                <a:spcPts val="0"/>
              </a:spcAft>
              <a:buClr>
                <a:srgbClr val="101329"/>
              </a:buClr>
              <a:buSzPts val="1800"/>
              <a:buNone/>
              <a:defRPr/>
            </a:lvl3pPr>
            <a:lvl4pPr lvl="3" algn="l">
              <a:lnSpc>
                <a:spcPct val="85000"/>
              </a:lnSpc>
              <a:spcBef>
                <a:spcPts val="0"/>
              </a:spcBef>
              <a:spcAft>
                <a:spcPts val="0"/>
              </a:spcAft>
              <a:buClr>
                <a:srgbClr val="101329"/>
              </a:buClr>
              <a:buSzPts val="1800"/>
              <a:buNone/>
              <a:defRPr/>
            </a:lvl4pPr>
            <a:lvl5pPr lvl="4" algn="l">
              <a:lnSpc>
                <a:spcPct val="85000"/>
              </a:lnSpc>
              <a:spcBef>
                <a:spcPts val="0"/>
              </a:spcBef>
              <a:spcAft>
                <a:spcPts val="0"/>
              </a:spcAft>
              <a:buClr>
                <a:srgbClr val="101329"/>
              </a:buClr>
              <a:buSzPts val="1800"/>
              <a:buNone/>
              <a:defRPr/>
            </a:lvl5pPr>
            <a:lvl6pPr lvl="5" algn="l">
              <a:lnSpc>
                <a:spcPct val="85000"/>
              </a:lnSpc>
              <a:spcBef>
                <a:spcPts val="0"/>
              </a:spcBef>
              <a:spcAft>
                <a:spcPts val="0"/>
              </a:spcAft>
              <a:buClr>
                <a:srgbClr val="101329"/>
              </a:buClr>
              <a:buSzPts val="1800"/>
              <a:buNone/>
              <a:defRPr/>
            </a:lvl6pPr>
            <a:lvl7pPr lvl="6" algn="l">
              <a:lnSpc>
                <a:spcPct val="85000"/>
              </a:lnSpc>
              <a:spcBef>
                <a:spcPts val="0"/>
              </a:spcBef>
              <a:spcAft>
                <a:spcPts val="0"/>
              </a:spcAft>
              <a:buClr>
                <a:srgbClr val="101329"/>
              </a:buClr>
              <a:buSzPts val="1800"/>
              <a:buNone/>
              <a:defRPr/>
            </a:lvl7pPr>
            <a:lvl8pPr lvl="7" algn="l">
              <a:lnSpc>
                <a:spcPct val="85000"/>
              </a:lnSpc>
              <a:spcBef>
                <a:spcPts val="0"/>
              </a:spcBef>
              <a:spcAft>
                <a:spcPts val="0"/>
              </a:spcAft>
              <a:buClr>
                <a:srgbClr val="101329"/>
              </a:buClr>
              <a:buSzPts val="1800"/>
              <a:buNone/>
              <a:defRPr/>
            </a:lvl8pPr>
            <a:lvl9pPr lvl="8" algn="l">
              <a:lnSpc>
                <a:spcPct val="85000"/>
              </a:lnSpc>
              <a:spcBef>
                <a:spcPts val="0"/>
              </a:spcBef>
              <a:spcAft>
                <a:spcPts val="0"/>
              </a:spcAft>
              <a:buClr>
                <a:srgbClr val="101329"/>
              </a:buClr>
              <a:buSzPts val="1800"/>
              <a:buNone/>
              <a:defRPr/>
            </a:lvl9pPr>
          </a:lstStyle>
          <a:p/>
        </p:txBody>
      </p:sp>
      <p:sp>
        <p:nvSpPr>
          <p:cNvPr id="90" name="Google Shape;90;p10"/>
          <p:cNvSpPr txBox="1"/>
          <p:nvPr>
            <p:ph idx="2" type="body"/>
          </p:nvPr>
        </p:nvSpPr>
        <p:spPr>
          <a:xfrm>
            <a:off x="228677" y="727708"/>
            <a:ext cx="8632826" cy="3595688"/>
          </a:xfrm>
          <a:prstGeom prst="rect">
            <a:avLst/>
          </a:prstGeom>
          <a:noFill/>
          <a:ln>
            <a:noFill/>
          </a:ln>
        </p:spPr>
        <p:txBody>
          <a:bodyPr anchorCtr="0" anchor="t" bIns="0" lIns="0" spcFirstLastPara="1" rIns="0" wrap="square" tIns="0">
            <a:normAutofit/>
          </a:bodyPr>
          <a:lstStyle>
            <a:lvl1pPr indent="-228600" lvl="0" marL="457200" algn="r">
              <a:lnSpc>
                <a:spcPct val="100000"/>
              </a:lnSpc>
              <a:spcBef>
                <a:spcPts val="0"/>
              </a:spcBef>
              <a:spcAft>
                <a:spcPts val="0"/>
              </a:spcAft>
              <a:buClr>
                <a:srgbClr val="393939"/>
              </a:buClr>
              <a:buSzPts val="1800"/>
              <a:buNone/>
              <a:defRPr/>
            </a:lvl1pPr>
            <a:lvl2pPr indent="-228600" lvl="1" marL="914400" algn="r">
              <a:lnSpc>
                <a:spcPct val="100000"/>
              </a:lnSpc>
              <a:spcBef>
                <a:spcPts val="0"/>
              </a:spcBef>
              <a:spcAft>
                <a:spcPts val="0"/>
              </a:spcAft>
              <a:buClr>
                <a:srgbClr val="393939"/>
              </a:buClr>
              <a:buSzPts val="1800"/>
              <a:buNone/>
              <a:defRPr/>
            </a:lvl2pPr>
            <a:lvl3pPr indent="-228600" lvl="2" marL="1371600" algn="r">
              <a:lnSpc>
                <a:spcPct val="100000"/>
              </a:lnSpc>
              <a:spcBef>
                <a:spcPts val="0"/>
              </a:spcBef>
              <a:spcAft>
                <a:spcPts val="0"/>
              </a:spcAft>
              <a:buClr>
                <a:srgbClr val="393939"/>
              </a:buClr>
              <a:buSzPts val="1800"/>
              <a:buNone/>
              <a:defRPr/>
            </a:lvl3pPr>
            <a:lvl4pPr indent="-228600" lvl="3" marL="1828800" algn="r">
              <a:lnSpc>
                <a:spcPct val="100000"/>
              </a:lnSpc>
              <a:spcBef>
                <a:spcPts val="0"/>
              </a:spcBef>
              <a:spcAft>
                <a:spcPts val="0"/>
              </a:spcAft>
              <a:buClr>
                <a:srgbClr val="393939"/>
              </a:buClr>
              <a:buSzPts val="1800"/>
              <a:buNone/>
              <a:defRPr/>
            </a:lvl4pPr>
            <a:lvl5pPr indent="-228600" lvl="4" marL="2286000" algn="r">
              <a:lnSpc>
                <a:spcPct val="100000"/>
              </a:lnSpc>
              <a:spcBef>
                <a:spcPts val="0"/>
              </a:spcBef>
              <a:spcAft>
                <a:spcPts val="0"/>
              </a:spcAft>
              <a:buClr>
                <a:srgbClr val="393939"/>
              </a:buClr>
              <a:buSzPts val="1800"/>
              <a:buNone/>
              <a:defRPr/>
            </a:lvl5pPr>
            <a:lvl6pPr indent="-228600" lvl="5" marL="2743200" algn="r">
              <a:lnSpc>
                <a:spcPct val="100000"/>
              </a:lnSpc>
              <a:spcBef>
                <a:spcPts val="0"/>
              </a:spcBef>
              <a:spcAft>
                <a:spcPts val="0"/>
              </a:spcAft>
              <a:buClr>
                <a:srgbClr val="393939"/>
              </a:buClr>
              <a:buSzPts val="1800"/>
              <a:buNone/>
              <a:defRPr/>
            </a:lvl6pPr>
            <a:lvl7pPr indent="-228600" lvl="6" marL="3200400" algn="r">
              <a:lnSpc>
                <a:spcPct val="100000"/>
              </a:lnSpc>
              <a:spcBef>
                <a:spcPts val="0"/>
              </a:spcBef>
              <a:spcAft>
                <a:spcPts val="0"/>
              </a:spcAft>
              <a:buClr>
                <a:srgbClr val="393939"/>
              </a:buClr>
              <a:buSzPts val="1800"/>
              <a:buNone/>
              <a:defRPr/>
            </a:lvl7pPr>
            <a:lvl8pPr indent="-228600" lvl="7" marL="3657600" algn="r">
              <a:lnSpc>
                <a:spcPct val="100000"/>
              </a:lnSpc>
              <a:spcBef>
                <a:spcPts val="0"/>
              </a:spcBef>
              <a:spcAft>
                <a:spcPts val="0"/>
              </a:spcAft>
              <a:buClr>
                <a:srgbClr val="393939"/>
              </a:buClr>
              <a:buSzPts val="1800"/>
              <a:buNone/>
              <a:defRPr/>
            </a:lvl8pPr>
            <a:lvl9pPr indent="-228600" lvl="8" marL="4114800" algn="r">
              <a:lnSpc>
                <a:spcPct val="100000"/>
              </a:lnSpc>
              <a:spcBef>
                <a:spcPts val="0"/>
              </a:spcBef>
              <a:spcAft>
                <a:spcPts val="0"/>
              </a:spcAft>
              <a:buClr>
                <a:srgbClr val="393939"/>
              </a:buClr>
              <a:buSzPts val="1800"/>
              <a:buNone/>
              <a:defRPr/>
            </a:lvl9pPr>
          </a:lstStyle>
          <a:p/>
        </p:txBody>
      </p:sp>
      <p:sp>
        <p:nvSpPr>
          <p:cNvPr id="91" name="Google Shape;91;p10"/>
          <p:cNvSpPr txBox="1"/>
          <p:nvPr>
            <p:ph idx="12" type="sldNum"/>
          </p:nvPr>
        </p:nvSpPr>
        <p:spPr>
          <a:xfrm>
            <a:off x="6279546" y="4635136"/>
            <a:ext cx="273654" cy="264253"/>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pic>
        <p:nvPicPr>
          <p:cNvPr descr="Group 2055248377.pngGoogle Shape;146;p17" id="6" name="Google Shape;6;p1"/>
          <p:cNvPicPr preferRelativeResize="0"/>
          <p:nvPr/>
        </p:nvPicPr>
        <p:blipFill rotWithShape="1">
          <a:blip r:embed="rId1">
            <a:alphaModFix/>
          </a:blip>
          <a:srcRect b="0" l="0" r="0" t="0"/>
          <a:stretch/>
        </p:blipFill>
        <p:spPr>
          <a:xfrm>
            <a:off x="228600" y="4794541"/>
            <a:ext cx="178751" cy="188751"/>
          </a:xfrm>
          <a:prstGeom prst="rect">
            <a:avLst/>
          </a:prstGeom>
          <a:noFill/>
          <a:ln>
            <a:noFill/>
          </a:ln>
        </p:spPr>
      </p:pic>
      <p:sp>
        <p:nvSpPr>
          <p:cNvPr id="7" name="Google Shape;7;p1"/>
          <p:cNvSpPr txBox="1"/>
          <p:nvPr/>
        </p:nvSpPr>
        <p:spPr>
          <a:xfrm>
            <a:off x="574702" y="4794542"/>
            <a:ext cx="4480563" cy="165146"/>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393939"/>
              </a:buClr>
              <a:buSzPts val="600"/>
              <a:buFont typeface="Arial"/>
              <a:buNone/>
            </a:pPr>
            <a:r>
              <a:rPr b="0" i="0" lang="en-US" sz="600" u="none" cap="none" strike="noStrike">
                <a:solidFill>
                  <a:srgbClr val="393939"/>
                </a:solidFill>
                <a:latin typeface="Arial"/>
                <a:ea typeface="Arial"/>
                <a:cs typeface="Arial"/>
                <a:sym typeface="Arial"/>
              </a:rPr>
              <a:t>Generated by AlphaSense Deep Research </a:t>
            </a:r>
            <a:endParaRPr/>
          </a:p>
        </p:txBody>
      </p:sp>
      <p:sp>
        <p:nvSpPr>
          <p:cNvPr id="8" name="Google Shape;8;p1"/>
          <p:cNvSpPr txBox="1"/>
          <p:nvPr>
            <p:ph idx="1" type="body"/>
          </p:nvPr>
        </p:nvSpPr>
        <p:spPr>
          <a:xfrm>
            <a:off x="7861910" y="4817326"/>
            <a:ext cx="1007771" cy="165150"/>
          </a:xfrm>
          <a:prstGeom prst="rect">
            <a:avLst/>
          </a:prstGeom>
          <a:noFill/>
          <a:ln>
            <a:noFill/>
          </a:ln>
        </p:spPr>
        <p:txBody>
          <a:bodyPr anchorCtr="0" anchor="t" bIns="45700" lIns="45700" spcFirstLastPara="1" rIns="45700" wrap="square" tIns="45700">
            <a:normAutofit/>
          </a:bodyPr>
          <a:lstStyle>
            <a:lvl1pPr indent="-228600" lvl="0" marL="457200" marR="0" rtl="0" algn="r">
              <a:lnSpc>
                <a:spcPct val="100000"/>
              </a:lnSpc>
              <a:spcBef>
                <a:spcPts val="0"/>
              </a:spcBef>
              <a:spcAft>
                <a:spcPts val="0"/>
              </a:spcAft>
              <a:buClr>
                <a:srgbClr val="393939"/>
              </a:buClr>
              <a:buSzPts val="600"/>
              <a:buFont typeface="Arial"/>
              <a:buNone/>
              <a:defRPr b="0" i="0" sz="600" u="none" cap="none" strike="noStrike">
                <a:solidFill>
                  <a:srgbClr val="393939"/>
                </a:solidFill>
                <a:latin typeface="Arial"/>
                <a:ea typeface="Arial"/>
                <a:cs typeface="Arial"/>
                <a:sym typeface="Arial"/>
              </a:defRPr>
            </a:lvl1pPr>
            <a:lvl2pPr indent="-228600" lvl="1" marL="914400" marR="0" rtl="0" algn="r">
              <a:lnSpc>
                <a:spcPct val="100000"/>
              </a:lnSpc>
              <a:spcBef>
                <a:spcPts val="0"/>
              </a:spcBef>
              <a:spcAft>
                <a:spcPts val="0"/>
              </a:spcAft>
              <a:buClr>
                <a:srgbClr val="393939"/>
              </a:buClr>
              <a:buSzPts val="600"/>
              <a:buFont typeface="Arial"/>
              <a:buNone/>
              <a:defRPr b="0" i="0" sz="600" u="none" cap="none" strike="noStrike">
                <a:solidFill>
                  <a:srgbClr val="393939"/>
                </a:solidFill>
                <a:latin typeface="Arial"/>
                <a:ea typeface="Arial"/>
                <a:cs typeface="Arial"/>
                <a:sym typeface="Arial"/>
              </a:defRPr>
            </a:lvl2pPr>
            <a:lvl3pPr indent="-228600" lvl="2" marL="1371600" marR="0" rtl="0" algn="r">
              <a:lnSpc>
                <a:spcPct val="100000"/>
              </a:lnSpc>
              <a:spcBef>
                <a:spcPts val="0"/>
              </a:spcBef>
              <a:spcAft>
                <a:spcPts val="0"/>
              </a:spcAft>
              <a:buClr>
                <a:srgbClr val="393939"/>
              </a:buClr>
              <a:buSzPts val="600"/>
              <a:buFont typeface="Arial"/>
              <a:buNone/>
              <a:defRPr b="0" i="0" sz="600" u="none" cap="none" strike="noStrike">
                <a:solidFill>
                  <a:srgbClr val="393939"/>
                </a:solidFill>
                <a:latin typeface="Arial"/>
                <a:ea typeface="Arial"/>
                <a:cs typeface="Arial"/>
                <a:sym typeface="Arial"/>
              </a:defRPr>
            </a:lvl3pPr>
            <a:lvl4pPr indent="-228600" lvl="3" marL="1828800" marR="0" rtl="0" algn="r">
              <a:lnSpc>
                <a:spcPct val="100000"/>
              </a:lnSpc>
              <a:spcBef>
                <a:spcPts val="0"/>
              </a:spcBef>
              <a:spcAft>
                <a:spcPts val="0"/>
              </a:spcAft>
              <a:buClr>
                <a:srgbClr val="393939"/>
              </a:buClr>
              <a:buSzPts val="600"/>
              <a:buFont typeface="Arial"/>
              <a:buNone/>
              <a:defRPr b="0" i="0" sz="600" u="none" cap="none" strike="noStrike">
                <a:solidFill>
                  <a:srgbClr val="393939"/>
                </a:solidFill>
                <a:latin typeface="Arial"/>
                <a:ea typeface="Arial"/>
                <a:cs typeface="Arial"/>
                <a:sym typeface="Arial"/>
              </a:defRPr>
            </a:lvl4pPr>
            <a:lvl5pPr indent="-228600" lvl="4" marL="2286000" marR="0" rtl="0" algn="r">
              <a:lnSpc>
                <a:spcPct val="100000"/>
              </a:lnSpc>
              <a:spcBef>
                <a:spcPts val="0"/>
              </a:spcBef>
              <a:spcAft>
                <a:spcPts val="0"/>
              </a:spcAft>
              <a:buClr>
                <a:srgbClr val="393939"/>
              </a:buClr>
              <a:buSzPts val="600"/>
              <a:buFont typeface="Arial"/>
              <a:buNone/>
              <a:defRPr b="0" i="0" sz="600" u="none" cap="none" strike="noStrike">
                <a:solidFill>
                  <a:srgbClr val="393939"/>
                </a:solidFill>
                <a:latin typeface="Arial"/>
                <a:ea typeface="Arial"/>
                <a:cs typeface="Arial"/>
                <a:sym typeface="Arial"/>
              </a:defRPr>
            </a:lvl5pPr>
            <a:lvl6pPr indent="-228600" lvl="5" marL="2743200" marR="0" rtl="0" algn="r">
              <a:lnSpc>
                <a:spcPct val="100000"/>
              </a:lnSpc>
              <a:spcBef>
                <a:spcPts val="0"/>
              </a:spcBef>
              <a:spcAft>
                <a:spcPts val="0"/>
              </a:spcAft>
              <a:buClr>
                <a:srgbClr val="393939"/>
              </a:buClr>
              <a:buSzPts val="600"/>
              <a:buFont typeface="Arial"/>
              <a:buNone/>
              <a:defRPr b="0" i="0" sz="600" u="none" cap="none" strike="noStrike">
                <a:solidFill>
                  <a:srgbClr val="393939"/>
                </a:solidFill>
                <a:latin typeface="Arial"/>
                <a:ea typeface="Arial"/>
                <a:cs typeface="Arial"/>
                <a:sym typeface="Arial"/>
              </a:defRPr>
            </a:lvl6pPr>
            <a:lvl7pPr indent="-228600" lvl="6" marL="3200400" marR="0" rtl="0" algn="r">
              <a:lnSpc>
                <a:spcPct val="100000"/>
              </a:lnSpc>
              <a:spcBef>
                <a:spcPts val="0"/>
              </a:spcBef>
              <a:spcAft>
                <a:spcPts val="0"/>
              </a:spcAft>
              <a:buClr>
                <a:srgbClr val="393939"/>
              </a:buClr>
              <a:buSzPts val="600"/>
              <a:buFont typeface="Arial"/>
              <a:buNone/>
              <a:defRPr b="0" i="0" sz="600" u="none" cap="none" strike="noStrike">
                <a:solidFill>
                  <a:srgbClr val="393939"/>
                </a:solidFill>
                <a:latin typeface="Arial"/>
                <a:ea typeface="Arial"/>
                <a:cs typeface="Arial"/>
                <a:sym typeface="Arial"/>
              </a:defRPr>
            </a:lvl7pPr>
            <a:lvl8pPr indent="-228600" lvl="7" marL="3657600" marR="0" rtl="0" algn="r">
              <a:lnSpc>
                <a:spcPct val="100000"/>
              </a:lnSpc>
              <a:spcBef>
                <a:spcPts val="0"/>
              </a:spcBef>
              <a:spcAft>
                <a:spcPts val="0"/>
              </a:spcAft>
              <a:buClr>
                <a:srgbClr val="393939"/>
              </a:buClr>
              <a:buSzPts val="600"/>
              <a:buFont typeface="Arial"/>
              <a:buNone/>
              <a:defRPr b="0" i="0" sz="600" u="none" cap="none" strike="noStrike">
                <a:solidFill>
                  <a:srgbClr val="393939"/>
                </a:solidFill>
                <a:latin typeface="Arial"/>
                <a:ea typeface="Arial"/>
                <a:cs typeface="Arial"/>
                <a:sym typeface="Arial"/>
              </a:defRPr>
            </a:lvl8pPr>
            <a:lvl9pPr indent="-228600" lvl="8" marL="4114800" marR="0" rtl="0" algn="r">
              <a:lnSpc>
                <a:spcPct val="100000"/>
              </a:lnSpc>
              <a:spcBef>
                <a:spcPts val="0"/>
              </a:spcBef>
              <a:spcAft>
                <a:spcPts val="0"/>
              </a:spcAft>
              <a:buClr>
                <a:srgbClr val="393939"/>
              </a:buClr>
              <a:buSzPts val="600"/>
              <a:buFont typeface="Arial"/>
              <a:buNone/>
              <a:defRPr b="0" i="0" sz="600" u="none" cap="none" strike="noStrike">
                <a:solidFill>
                  <a:srgbClr val="393939"/>
                </a:solidFill>
                <a:latin typeface="Arial"/>
                <a:ea typeface="Arial"/>
                <a:cs typeface="Arial"/>
                <a:sym typeface="Arial"/>
              </a:defRPr>
            </a:lvl9pPr>
          </a:lstStyle>
          <a:p/>
        </p:txBody>
      </p:sp>
      <p:sp>
        <p:nvSpPr>
          <p:cNvPr id="9" name="Google Shape;9;p1"/>
          <p:cNvSpPr txBox="1"/>
          <p:nvPr>
            <p:ph type="title"/>
          </p:nvPr>
        </p:nvSpPr>
        <p:spPr>
          <a:xfrm>
            <a:off x="228599" y="680371"/>
            <a:ext cx="8149684" cy="2266202"/>
          </a:xfrm>
          <a:prstGeom prst="rect">
            <a:avLst/>
          </a:prstGeom>
          <a:noFill/>
          <a:ln>
            <a:noFill/>
          </a:ln>
        </p:spPr>
        <p:txBody>
          <a:bodyPr anchorCtr="0" anchor="b" bIns="0" lIns="0" spcFirstLastPara="1" rIns="0" wrap="square" tIns="0">
            <a:normAutofit/>
          </a:bodyPr>
          <a:lstStyle>
            <a:lvl1pPr lvl="0" marR="0" rtl="0" algn="l">
              <a:lnSpc>
                <a:spcPct val="85000"/>
              </a:lnSpc>
              <a:spcBef>
                <a:spcPts val="0"/>
              </a:spcBef>
              <a:spcAft>
                <a:spcPts val="0"/>
              </a:spcAft>
              <a:buClr>
                <a:srgbClr val="101329"/>
              </a:buClr>
              <a:buSzPts val="6000"/>
              <a:buFont typeface="Arial"/>
              <a:buNone/>
              <a:defRPr b="1" i="0" sz="6000" u="none" cap="none" strike="noStrike">
                <a:solidFill>
                  <a:srgbClr val="101329"/>
                </a:solidFill>
                <a:latin typeface="Arial"/>
                <a:ea typeface="Arial"/>
                <a:cs typeface="Arial"/>
                <a:sym typeface="Arial"/>
              </a:defRPr>
            </a:lvl1pPr>
            <a:lvl2pPr lvl="1" marR="0" rtl="0" algn="l">
              <a:lnSpc>
                <a:spcPct val="85000"/>
              </a:lnSpc>
              <a:spcBef>
                <a:spcPts val="0"/>
              </a:spcBef>
              <a:spcAft>
                <a:spcPts val="0"/>
              </a:spcAft>
              <a:buClr>
                <a:srgbClr val="101329"/>
              </a:buClr>
              <a:buSzPts val="6000"/>
              <a:buFont typeface="Arial"/>
              <a:buNone/>
              <a:defRPr b="1" i="0" sz="6000" u="none" cap="none" strike="noStrike">
                <a:solidFill>
                  <a:srgbClr val="101329"/>
                </a:solidFill>
                <a:latin typeface="Arial"/>
                <a:ea typeface="Arial"/>
                <a:cs typeface="Arial"/>
                <a:sym typeface="Arial"/>
              </a:defRPr>
            </a:lvl2pPr>
            <a:lvl3pPr lvl="2" marR="0" rtl="0" algn="l">
              <a:lnSpc>
                <a:spcPct val="85000"/>
              </a:lnSpc>
              <a:spcBef>
                <a:spcPts val="0"/>
              </a:spcBef>
              <a:spcAft>
                <a:spcPts val="0"/>
              </a:spcAft>
              <a:buClr>
                <a:srgbClr val="101329"/>
              </a:buClr>
              <a:buSzPts val="6000"/>
              <a:buFont typeface="Arial"/>
              <a:buNone/>
              <a:defRPr b="1" i="0" sz="6000" u="none" cap="none" strike="noStrike">
                <a:solidFill>
                  <a:srgbClr val="101329"/>
                </a:solidFill>
                <a:latin typeface="Arial"/>
                <a:ea typeface="Arial"/>
                <a:cs typeface="Arial"/>
                <a:sym typeface="Arial"/>
              </a:defRPr>
            </a:lvl3pPr>
            <a:lvl4pPr lvl="3" marR="0" rtl="0" algn="l">
              <a:lnSpc>
                <a:spcPct val="85000"/>
              </a:lnSpc>
              <a:spcBef>
                <a:spcPts val="0"/>
              </a:spcBef>
              <a:spcAft>
                <a:spcPts val="0"/>
              </a:spcAft>
              <a:buClr>
                <a:srgbClr val="101329"/>
              </a:buClr>
              <a:buSzPts val="6000"/>
              <a:buFont typeface="Arial"/>
              <a:buNone/>
              <a:defRPr b="1" i="0" sz="6000" u="none" cap="none" strike="noStrike">
                <a:solidFill>
                  <a:srgbClr val="101329"/>
                </a:solidFill>
                <a:latin typeface="Arial"/>
                <a:ea typeface="Arial"/>
                <a:cs typeface="Arial"/>
                <a:sym typeface="Arial"/>
              </a:defRPr>
            </a:lvl4pPr>
            <a:lvl5pPr lvl="4" marR="0" rtl="0" algn="l">
              <a:lnSpc>
                <a:spcPct val="85000"/>
              </a:lnSpc>
              <a:spcBef>
                <a:spcPts val="0"/>
              </a:spcBef>
              <a:spcAft>
                <a:spcPts val="0"/>
              </a:spcAft>
              <a:buClr>
                <a:srgbClr val="101329"/>
              </a:buClr>
              <a:buSzPts val="6000"/>
              <a:buFont typeface="Arial"/>
              <a:buNone/>
              <a:defRPr b="1" i="0" sz="6000" u="none" cap="none" strike="noStrike">
                <a:solidFill>
                  <a:srgbClr val="101329"/>
                </a:solidFill>
                <a:latin typeface="Arial"/>
                <a:ea typeface="Arial"/>
                <a:cs typeface="Arial"/>
                <a:sym typeface="Arial"/>
              </a:defRPr>
            </a:lvl5pPr>
            <a:lvl6pPr lvl="5" marR="0" rtl="0" algn="l">
              <a:lnSpc>
                <a:spcPct val="85000"/>
              </a:lnSpc>
              <a:spcBef>
                <a:spcPts val="0"/>
              </a:spcBef>
              <a:spcAft>
                <a:spcPts val="0"/>
              </a:spcAft>
              <a:buClr>
                <a:srgbClr val="101329"/>
              </a:buClr>
              <a:buSzPts val="6000"/>
              <a:buFont typeface="Arial"/>
              <a:buNone/>
              <a:defRPr b="1" i="0" sz="6000" u="none" cap="none" strike="noStrike">
                <a:solidFill>
                  <a:srgbClr val="101329"/>
                </a:solidFill>
                <a:latin typeface="Arial"/>
                <a:ea typeface="Arial"/>
                <a:cs typeface="Arial"/>
                <a:sym typeface="Arial"/>
              </a:defRPr>
            </a:lvl6pPr>
            <a:lvl7pPr lvl="6" marR="0" rtl="0" algn="l">
              <a:lnSpc>
                <a:spcPct val="85000"/>
              </a:lnSpc>
              <a:spcBef>
                <a:spcPts val="0"/>
              </a:spcBef>
              <a:spcAft>
                <a:spcPts val="0"/>
              </a:spcAft>
              <a:buClr>
                <a:srgbClr val="101329"/>
              </a:buClr>
              <a:buSzPts val="6000"/>
              <a:buFont typeface="Arial"/>
              <a:buNone/>
              <a:defRPr b="1" i="0" sz="6000" u="none" cap="none" strike="noStrike">
                <a:solidFill>
                  <a:srgbClr val="101329"/>
                </a:solidFill>
                <a:latin typeface="Arial"/>
                <a:ea typeface="Arial"/>
                <a:cs typeface="Arial"/>
                <a:sym typeface="Arial"/>
              </a:defRPr>
            </a:lvl7pPr>
            <a:lvl8pPr lvl="7" marR="0" rtl="0" algn="l">
              <a:lnSpc>
                <a:spcPct val="85000"/>
              </a:lnSpc>
              <a:spcBef>
                <a:spcPts val="0"/>
              </a:spcBef>
              <a:spcAft>
                <a:spcPts val="0"/>
              </a:spcAft>
              <a:buClr>
                <a:srgbClr val="101329"/>
              </a:buClr>
              <a:buSzPts val="6000"/>
              <a:buFont typeface="Arial"/>
              <a:buNone/>
              <a:defRPr b="1" i="0" sz="6000" u="none" cap="none" strike="noStrike">
                <a:solidFill>
                  <a:srgbClr val="101329"/>
                </a:solidFill>
                <a:latin typeface="Arial"/>
                <a:ea typeface="Arial"/>
                <a:cs typeface="Arial"/>
                <a:sym typeface="Arial"/>
              </a:defRPr>
            </a:lvl8pPr>
            <a:lvl9pPr lvl="8" marR="0" rtl="0" algn="l">
              <a:lnSpc>
                <a:spcPct val="85000"/>
              </a:lnSpc>
              <a:spcBef>
                <a:spcPts val="0"/>
              </a:spcBef>
              <a:spcAft>
                <a:spcPts val="0"/>
              </a:spcAft>
              <a:buClr>
                <a:srgbClr val="101329"/>
              </a:buClr>
              <a:buSzPts val="6000"/>
              <a:buFont typeface="Arial"/>
              <a:buNone/>
              <a:defRPr b="1" i="0" sz="6000" u="none" cap="none" strike="noStrike">
                <a:solidFill>
                  <a:srgbClr val="101329"/>
                </a:solidFill>
                <a:latin typeface="Arial"/>
                <a:ea typeface="Arial"/>
                <a:cs typeface="Arial"/>
                <a:sym typeface="Arial"/>
              </a:defRPr>
            </a:lvl9pPr>
          </a:lstStyle>
          <a:p/>
        </p:txBody>
      </p:sp>
      <p:pic>
        <p:nvPicPr>
          <p:cNvPr descr="Group 2055248377.pngGoogle Shape;146;p17" id="10" name="Google Shape;10;p1"/>
          <p:cNvPicPr preferRelativeResize="0"/>
          <p:nvPr/>
        </p:nvPicPr>
        <p:blipFill rotWithShape="1">
          <a:blip r:embed="rId1">
            <a:alphaModFix/>
          </a:blip>
          <a:srcRect b="0" l="0" r="0" t="0"/>
          <a:stretch/>
        </p:blipFill>
        <p:spPr>
          <a:xfrm>
            <a:off x="-8058830" y="9328380"/>
            <a:ext cx="178752" cy="188751"/>
          </a:xfrm>
          <a:prstGeom prst="rect">
            <a:avLst/>
          </a:prstGeom>
          <a:noFill/>
          <a:ln>
            <a:noFill/>
          </a:ln>
        </p:spPr>
      </p:pic>
      <p:sp>
        <p:nvSpPr>
          <p:cNvPr id="11" name="Google Shape;11;p1"/>
          <p:cNvSpPr/>
          <p:nvPr/>
        </p:nvSpPr>
        <p:spPr>
          <a:xfrm>
            <a:off x="0" y="-1"/>
            <a:ext cx="9144000" cy="48302"/>
          </a:xfrm>
          <a:prstGeom prst="rect">
            <a:avLst/>
          </a:prstGeom>
          <a:solidFill>
            <a:srgbClr val="0040FF"/>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Inter"/>
              <a:buNone/>
            </a:pPr>
            <a:r>
              <a:t/>
            </a:r>
            <a:endParaRPr b="0" i="0" sz="1400" u="none" cap="none" strike="noStrike">
              <a:solidFill>
                <a:srgbClr val="101329"/>
              </a:solidFill>
              <a:latin typeface="Helvetica Neue"/>
              <a:ea typeface="Helvetica Neue"/>
              <a:cs typeface="Helvetica Neue"/>
              <a:sym typeface="Helvetica Neue"/>
            </a:endParaRPr>
          </a:p>
        </p:txBody>
      </p:sp>
      <p:sp>
        <p:nvSpPr>
          <p:cNvPr id="12" name="Google Shape;12;p1"/>
          <p:cNvSpPr txBox="1"/>
          <p:nvPr>
            <p:ph idx="12" type="sldNum"/>
          </p:nvPr>
        </p:nvSpPr>
        <p:spPr>
          <a:xfrm>
            <a:off x="6279546" y="4635136"/>
            <a:ext cx="273654" cy="264253"/>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hyperlink" Target="https://research.alpha-sense.com/?docid=SSRFS-00-18efa37545f8a6870dd48f1bdbfdb298&amp;scope=ANYWHERE&amp;stmt=fse4062&amp;page=2&amp;hl=fse4062,4352" TargetMode="External"/><Relationship Id="rId10" Type="http://schemas.openxmlformats.org/officeDocument/2006/relationships/hyperlink" Target="https://research.alpha-sense.com/?docid=SSRFS-00-deb532e45f3b88e0955f27cbfa1feb2f&amp;scope=ANYWHERE&amp;stmt=fse9114&amp;page=8&amp;hl=fse9114,9263" TargetMode="External"/><Relationship Id="rId13" Type="http://schemas.openxmlformats.org/officeDocument/2006/relationships/hyperlink" Target="https://research.alpha-sense.com/?docid=GDS-69968455cb34fc0007d79d0e&amp;scope=ANYWHERE&amp;stmt=fse10138&amp;page=31&amp;hl=fse10138" TargetMode="External"/><Relationship Id="rId12" Type="http://schemas.openxmlformats.org/officeDocument/2006/relationships/hyperlink" Target="https://research.alpha-sense.com/?docid=T-E_3381856&amp;scope=ANYWHERE&amp;stmt=fse17711&amp;page=1&amp;hl=fse17711" TargetMode="External"/><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research.alpha-sense.com/?docid=WEB-885a843f1b32405ba3b2c736799a6bbf&amp;scope=ANYWHERE&amp;stmt=fse19273&amp;page=15&amp;hl=fse19273" TargetMode="External"/><Relationship Id="rId4" Type="http://schemas.openxmlformats.org/officeDocument/2006/relationships/hyperlink" Target="https://research.alpha-sense.com/?docid=WEB-885a843f1b32405ba3b2c736799a6bbf&amp;scope=ANYWHERE&amp;stmt=fse19273&amp;page=15&amp;hl=fse19273,19383" TargetMode="External"/><Relationship Id="rId9" Type="http://schemas.openxmlformats.org/officeDocument/2006/relationships/hyperlink" Target="https://research.alpha-sense.com/?docid=T-E_3126710&amp;scope=ANYWHERE&amp;stmt=fse25055&amp;page=1&amp;hl=fse25055,25309,25382" TargetMode="External"/><Relationship Id="rId15" Type="http://schemas.openxmlformats.org/officeDocument/2006/relationships/hyperlink" Target="https://research.alpha-sense.com/?docid=T-E_3388291&amp;scope=ANYWHERE&amp;stmt=fse10325&amp;page=1&amp;hl=fse10325" TargetMode="External"/><Relationship Id="rId14" Type="http://schemas.openxmlformats.org/officeDocument/2006/relationships/hyperlink" Target="https://research.alpha-sense.com/?docid=SSRFS-00-15db3b53be680f409c85d321d54cb641&amp;scope=ANYWHERE&amp;stmt=fse13329&amp;page=5&amp;hl=fse13329" TargetMode="External"/><Relationship Id="rId16" Type="http://schemas.openxmlformats.org/officeDocument/2006/relationships/hyperlink" Target="https://research.alpha-sense.com/?docid=T-E_3388291&amp;scope=ANYWHERE&amp;stmt=fse47449&amp;page=2&amp;hl=fse47449,47652" TargetMode="External"/><Relationship Id="rId5" Type="http://schemas.openxmlformats.org/officeDocument/2006/relationships/hyperlink" Target="https://research.alpha-sense.com/?docid=ASR-DKI-ed70821d15ee47a215ab77f2f73b0ddd&amp;scope=ANYWHERE&amp;stmt=fse6839&amp;page=5&amp;hl=fse6839" TargetMode="External"/><Relationship Id="rId6" Type="http://schemas.openxmlformats.org/officeDocument/2006/relationships/hyperlink" Target="https://research.alpha-sense.com/?docid=T-E_3388291&amp;scope=ANYWHERE&amp;stmt=fse47652&amp;page=2&amp;hl=fse47652" TargetMode="External"/><Relationship Id="rId7" Type="http://schemas.openxmlformats.org/officeDocument/2006/relationships/hyperlink" Target="https://research.alpha-sense.com/?docid=SSRFS-00-72f4fdf093e9e0c4e70e6e092732a1da&amp;scope=ANYWHERE&amp;stmt=fse19760&amp;page=6&amp;hl=fse19760" TargetMode="External"/><Relationship Id="rId8" Type="http://schemas.openxmlformats.org/officeDocument/2006/relationships/hyperlink" Target="https://research.alpha-sense.com/?docid=0001108524-25-000238&amp;scope=ANYWHERE&amp;stmt=fse132379&amp;page=5&amp;hl=fse132379" TargetMode="External"/></Relationships>
</file>

<file path=ppt/slides/_rels/slide3.xml.rels><?xml version="1.0" encoding="UTF-8" standalone="yes"?><Relationships xmlns="http://schemas.openxmlformats.org/package/2006/relationships"><Relationship Id="rId11" Type="http://schemas.openxmlformats.org/officeDocument/2006/relationships/hyperlink" Target="https://research.alpha-sense.com/?docid=GDS-69968455cb34fc0007d79d0e&amp;scope=ANYWHERE&amp;stmt=fse9869&amp;page=31&amp;hl=fse9869" TargetMode="External"/><Relationship Id="rId10" Type="http://schemas.openxmlformats.org/officeDocument/2006/relationships/hyperlink" Target="https://research.alpha-sense.com/?docid=SSRFS-00-18efa37545f8a6870dd48f1bdbfdb298&amp;scope=ANYWHERE&amp;stmt=fse4587&amp;page=2&amp;hl=fse4587" TargetMode="External"/><Relationship Id="rId13" Type="http://schemas.openxmlformats.org/officeDocument/2006/relationships/hyperlink" Target="https://research.alpha-sense.com/?docid=GDS-6902b082ffebb10007e27550&amp;scope=ANYWHERE&amp;stmt=fse6536&amp;page=5&amp;hl=fse6536" TargetMode="External"/><Relationship Id="rId12" Type="http://schemas.openxmlformats.org/officeDocument/2006/relationships/hyperlink" Target="https://research.alpha-sense.com/?docid=ASR-ANRS-25a4eba3b5cdef5ea636ee91ea1e0fb3&amp;scope=ANYWHERE&amp;stmt=fse25281&amp;page=40&amp;hl=fse25281" TargetMode="External"/><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research.alpha-sense.com/?docid=GDS-6986afb02995a30007c99ec5&amp;scope=ANYWHERE&amp;stmt=fse5791&amp;page=4&amp;hl=fse5791,6027,6101" TargetMode="External"/><Relationship Id="rId4" Type="http://schemas.openxmlformats.org/officeDocument/2006/relationships/hyperlink" Target="https://research.alpha-sense.com/?docid=GDS-6986afb02995a30007c99ec5&amp;scope=ANYWHERE&amp;stmt=fse6101&amp;page=4&amp;hl=fse6101" TargetMode="External"/><Relationship Id="rId9" Type="http://schemas.openxmlformats.org/officeDocument/2006/relationships/hyperlink" Target="https://research.alpha-sense.com/?docid=SSRFS-00-18efa37545f8a6870dd48f1bdbfdb298&amp;scope=ANYWHERE&amp;stmt=fse4587&amp;page=2&amp;hl=fse4587" TargetMode="External"/><Relationship Id="rId15" Type="http://schemas.openxmlformats.org/officeDocument/2006/relationships/hyperlink" Target="https://research.alpha-sense.com/?docid=T-E_3300547&amp;scope=ANYWHERE&amp;stmt=fse3799&amp;page=1&amp;hl=fse3799" TargetMode="External"/><Relationship Id="rId14" Type="http://schemas.openxmlformats.org/officeDocument/2006/relationships/hyperlink" Target="https://research.alpha-sense.com/?docid=GDS-6902b082ffebb10007e27550&amp;scope=ANYWHERE&amp;stmt=fse6536&amp;page=5&amp;hl=fse6536" TargetMode="External"/><Relationship Id="rId16" Type="http://schemas.openxmlformats.org/officeDocument/2006/relationships/hyperlink" Target="https://research.alpha-sense.com/?docid=T-CP_3358807&amp;scope=ANYWHERE&amp;stmt=fse15559&amp;page=1&amp;hl=fse15559" TargetMode="External"/><Relationship Id="rId5" Type="http://schemas.openxmlformats.org/officeDocument/2006/relationships/hyperlink" Target="https://research.alpha-sense.com/?docid=SSRFS-00-9ad691f2c4212ad7a2133d57c14aaca3&amp;scope=ANYWHERE&amp;stmt=fse12119&amp;page=5&amp;hl=fse12119" TargetMode="External"/><Relationship Id="rId6" Type="http://schemas.openxmlformats.org/officeDocument/2006/relationships/hyperlink" Target="https://research.alpha-sense.com/?docid=SSRFS-00-bfacfd9d7029b35400b469c97bd76288&amp;scope=ANYWHERE&amp;stmt=fse19099&amp;page=5&amp;hl=fse19099,18355,18963,19579" TargetMode="External"/><Relationship Id="rId7" Type="http://schemas.openxmlformats.org/officeDocument/2006/relationships/hyperlink" Target="https://research.alpha-sense.com/?docid=GDS-6986afb02995a30007c99ec5&amp;scope=ANYWHERE&amp;stmt=fse5791&amp;page=4&amp;hl=fse5791" TargetMode="External"/><Relationship Id="rId8" Type="http://schemas.openxmlformats.org/officeDocument/2006/relationships/hyperlink" Target="https://research.alpha-sense.com/?docid=GDS-69968455cb34fc0007d79d0e&amp;scope=ANYWHERE&amp;stmt=fse10220&amp;page=31&amp;hl=fse10220" TargetMode="External"/></Relationships>
</file>

<file path=ppt/slides/_rels/slide4.xml.rels><?xml version="1.0" encoding="UTF-8" standalone="yes"?><Relationships xmlns="http://schemas.openxmlformats.org/package/2006/relationships"><Relationship Id="rId11" Type="http://schemas.openxmlformats.org/officeDocument/2006/relationships/hyperlink" Target="https://research.alpha-sense.com/?docid=T-E_3338349&amp;scope=ANYWHERE&amp;stmt=fse4387&amp;page=1&amp;hl=fse4387" TargetMode="External"/><Relationship Id="rId10" Type="http://schemas.openxmlformats.org/officeDocument/2006/relationships/hyperlink" Target="https://research.alpha-sense.com/?docid=T-CP_3337229&amp;scope=ANYWHERE&amp;stmt=fse168317&amp;page=7&amp;hl=fse168317" TargetMode="External"/><Relationship Id="rId13" Type="http://schemas.openxmlformats.org/officeDocument/2006/relationships/hyperlink" Target="https://research.alpha-sense.com/?docid=GDS-6996096d2f13dc0007edc17b&amp;scope=ANYWHERE&amp;stmt=fse3984&amp;page=1&amp;hl=fse3984,4136" TargetMode="External"/><Relationship Id="rId12" Type="http://schemas.openxmlformats.org/officeDocument/2006/relationships/hyperlink" Target="https://research.alpha-sense.com/?docid=ASR-DKI-ed70821d15ee47a215ab77f2f73b0ddd&amp;scope=ANYWHERE&amp;stmt=fse6369&amp;page=4&amp;hl=fse6369" TargetMode="External"/><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hyperlink" Target="https://research.alpha-sense.com/?docid=SSRFS-00-194030e308326d5c25a84543c4c59378&amp;scope=ANYWHERE&amp;stmt=fse8450&amp;page=3&amp;hl=fse8450,8551" TargetMode="External"/><Relationship Id="rId4" Type="http://schemas.openxmlformats.org/officeDocument/2006/relationships/hyperlink" Target="https://research.alpha-sense.com/?docid=GDS-6902b082ffebb10007e27550&amp;scope=ANYWHERE&amp;stmt=fse6536&amp;page=5&amp;hl=fse6536" TargetMode="External"/><Relationship Id="rId9" Type="http://schemas.openxmlformats.org/officeDocument/2006/relationships/hyperlink" Target="https://research.alpha-sense.com/?docid=T-CP_3337229&amp;scope=ANYWHERE&amp;stmt=fse168317&amp;page=7&amp;hl=fse168317" TargetMode="External"/><Relationship Id="rId14" Type="http://schemas.openxmlformats.org/officeDocument/2006/relationships/hyperlink" Target="https://research.alpha-sense.com/?docid=ASR-ANRS-25a4eba3b5cdef5ea636ee91ea1e0fb3&amp;scope=ANYWHERE&amp;stmt=fse24794&amp;page=39&amp;hl=fse24794" TargetMode="External"/><Relationship Id="rId5" Type="http://schemas.openxmlformats.org/officeDocument/2006/relationships/hyperlink" Target="https://research.alpha-sense.com/?docid=GDS-6902b082ffebb10007e27550&amp;scope=ANYWHERE&amp;stmt=fse6237&amp;page=5&amp;hl=fse6237" TargetMode="External"/><Relationship Id="rId6" Type="http://schemas.openxmlformats.org/officeDocument/2006/relationships/hyperlink" Target="https://research.alpha-sense.com/?docid=SSRFS-00-18efa37545f8a6870dd48f1bdbfdb298&amp;scope=ANYWHERE&amp;stmt=fse4587&amp;page=2&amp;hl=fse4587" TargetMode="External"/><Relationship Id="rId7" Type="http://schemas.openxmlformats.org/officeDocument/2006/relationships/hyperlink" Target="https://research.alpha-sense.com/?docid=PR-67f2d07d87ffefb0a92b9585559f4984a9516aa9&amp;scope=ANYWHERE&amp;stmt=fse852&amp;page=1&amp;hl=fse852,1471" TargetMode="External"/><Relationship Id="rId8" Type="http://schemas.openxmlformats.org/officeDocument/2006/relationships/hyperlink" Target="https://research.alpha-sense.com/?docid=0001104659-26-009755&amp;scope=ANYWHERE&amp;stmt=fse130800&amp;page=6&amp;hl=fse130800,130911" TargetMode="External"/></Relationships>
</file>

<file path=ppt/slides/_rels/slide5.xml.rels><?xml version="1.0" encoding="UTF-8" standalone="yes"?><Relationships xmlns="http://schemas.openxmlformats.org/package/2006/relationships"><Relationship Id="rId20" Type="http://schemas.openxmlformats.org/officeDocument/2006/relationships/hyperlink" Target="https://research.alpha-sense.com/?docid=WEB-885a843f1b32405ba3b2c736799a6bbf&amp;scope=ANYWHERE&amp;stmt=fse19273&amp;page=15&amp;hl=fse19273,19383" TargetMode="External"/><Relationship Id="rId11" Type="http://schemas.openxmlformats.org/officeDocument/2006/relationships/hyperlink" Target="https://research.alpha-sense.com/?docid=SSRFS-00-deb532e45f3b88e0955f27cbfa1feb2f&amp;scope=ANYWHERE&amp;stmt=fse9263&amp;page=8&amp;hl=fse9263" TargetMode="External"/><Relationship Id="rId10" Type="http://schemas.openxmlformats.org/officeDocument/2006/relationships/hyperlink" Target="https://research.alpha-sense.com/?docid=SSRFS-00-18efa37545f8a6870dd48f1bdbfdb298&amp;scope=ANYWHERE&amp;stmt=fse4587&amp;page=2&amp;hl=fse4587" TargetMode="External"/><Relationship Id="rId13" Type="http://schemas.openxmlformats.org/officeDocument/2006/relationships/hyperlink" Target="https://research.alpha-sense.com/?docid=SSRFS-00-18efa37545f8a6870dd48f1bdbfdb298&amp;scope=ANYWHERE&amp;stmt=fse4587&amp;page=2&amp;hl=fse4587" TargetMode="External"/><Relationship Id="rId12" Type="http://schemas.openxmlformats.org/officeDocument/2006/relationships/hyperlink" Target="https://research.alpha-sense.com/?docid=SSRFS-00-a45f1e811e8f683eba0bc203c22938fb&amp;scope=ANYWHERE&amp;stmt=fse7932&amp;page=3&amp;hl=fse7932" TargetMode="External"/><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hyperlink" Target="https://research.alpha-sense.com/?docid=GDS-6986afb02995a30007c99ec5&amp;scope=ANYWHERE&amp;stmt=fse5791&amp;page=4&amp;hl=fse5791" TargetMode="External"/><Relationship Id="rId4" Type="http://schemas.openxmlformats.org/officeDocument/2006/relationships/hyperlink" Target="https://research.alpha-sense.com/?docid=SSRFS-00-8b3ea386cdd35a228dfc26854a01475b&amp;scope=ANYWHERE&amp;stmt=fse978&amp;page=1&amp;hl=fse978" TargetMode="External"/><Relationship Id="rId9" Type="http://schemas.openxmlformats.org/officeDocument/2006/relationships/hyperlink" Target="https://research.alpha-sense.com/?docid=SSRFS-00-18efa37545f8a6870dd48f1bdbfdb298&amp;scope=ANYWHERE&amp;stmt=fse4062&amp;page=2&amp;hl=fse4062,4352" TargetMode="External"/><Relationship Id="rId15" Type="http://schemas.openxmlformats.org/officeDocument/2006/relationships/hyperlink" Target="https://research.alpha-sense.com/?docid=T-E_3381856&amp;scope=ANYWHERE&amp;stmt=fse17711&amp;page=1&amp;hl=fse17711" TargetMode="External"/><Relationship Id="rId14" Type="http://schemas.openxmlformats.org/officeDocument/2006/relationships/hyperlink" Target="https://research.alpha-sense.com/?docid=PR-67f2d07d87ffefb0a92b9585559f4984a9516aa9&amp;scope=ANYWHERE&amp;stmt=fse852&amp;page=1&amp;hl=fse852" TargetMode="External"/><Relationship Id="rId17" Type="http://schemas.openxmlformats.org/officeDocument/2006/relationships/hyperlink" Target="https://research.alpha-sense.com/?docid=GDS-6987185a83027900074c37ac&amp;scope=ANYWHERE&amp;stmt=fse3378&amp;page=3&amp;hl=fse3378" TargetMode="External"/><Relationship Id="rId16" Type="http://schemas.openxmlformats.org/officeDocument/2006/relationships/hyperlink" Target="https://research.alpha-sense.com/?docid=GDS-6902b082ffebb10007e27550&amp;scope=ANYWHERE&amp;stmt=fse6536&amp;page=5&amp;hl=fse6536" TargetMode="External"/><Relationship Id="rId5" Type="http://schemas.openxmlformats.org/officeDocument/2006/relationships/hyperlink" Target="https://research.alpha-sense.com/?docid=GDS-6986afb02995a30007c99ec5&amp;scope=ANYWHERE&amp;stmt=fse5791&amp;page=4&amp;hl=fse5791" TargetMode="External"/><Relationship Id="rId19" Type="http://schemas.openxmlformats.org/officeDocument/2006/relationships/hyperlink" Target="https://research.alpha-sense.com/?docid=T-E_3338349&amp;scope=ANYWHERE&amp;stmt=fse4387&amp;page=1&amp;hl=fse4387" TargetMode="External"/><Relationship Id="rId6" Type="http://schemas.openxmlformats.org/officeDocument/2006/relationships/hyperlink" Target="https://research.alpha-sense.com/?docid=SSRFS-00-bfacfd9d7029b35400b469c97bd76288&amp;scope=ANYWHERE&amp;stmt=fse19579&amp;page=5&amp;hl=fse19579" TargetMode="External"/><Relationship Id="rId18" Type="http://schemas.openxmlformats.org/officeDocument/2006/relationships/hyperlink" Target="https://research.alpha-sense.com/?docid=PR-67f2d07d87ffefb0a92b9585559f4984a9516aa9&amp;scope=ANYWHERE&amp;stmt=fse852&amp;page=1&amp;hl=fse852" TargetMode="External"/><Relationship Id="rId7" Type="http://schemas.openxmlformats.org/officeDocument/2006/relationships/hyperlink" Target="https://research.alpha-sense.com/?docid=ASR-EDSR-435f50b7f33b8110aa84a25e356eafe7&amp;scope=ANYWHERE&amp;stmt=fse12342&amp;page=4&amp;hl=fse12342" TargetMode="External"/><Relationship Id="rId8" Type="http://schemas.openxmlformats.org/officeDocument/2006/relationships/hyperlink" Target="https://research.alpha-sense.com/?docid=SSRFS-00-194030e308326d5c25a84543c4c59378&amp;scope=ANYWHERE&amp;stmt=fse8450&amp;page=3&amp;hl=fse8450,8551" TargetMode="External"/></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1"/>
          <p:cNvSpPr txBox="1"/>
          <p:nvPr>
            <p:ph idx="4294967295" type="subTitle"/>
          </p:nvPr>
        </p:nvSpPr>
        <p:spPr>
          <a:xfrm>
            <a:off x="7861910" y="4817326"/>
            <a:ext cx="1007771" cy="165150"/>
          </a:xfrm>
          <a:prstGeom prst="rect">
            <a:avLst/>
          </a:prstGeom>
          <a:noFill/>
          <a:ln>
            <a:noFill/>
          </a:ln>
        </p:spPr>
        <p:txBody>
          <a:bodyPr anchorCtr="0" anchor="t" bIns="45700" lIns="45700" spcFirstLastPara="1" rIns="45700" wrap="square" tIns="45700">
            <a:noAutofit/>
          </a:bodyPr>
          <a:lstStyle/>
          <a:p>
            <a:pPr indent="0" lvl="0" marL="0" marR="0" rtl="0" algn="r">
              <a:lnSpc>
                <a:spcPct val="80000"/>
              </a:lnSpc>
              <a:spcBef>
                <a:spcPts val="0"/>
              </a:spcBef>
              <a:spcAft>
                <a:spcPts val="0"/>
              </a:spcAft>
              <a:buClr>
                <a:srgbClr val="393939"/>
              </a:buClr>
              <a:buSzPts val="555"/>
              <a:buFont typeface="Arial"/>
              <a:buNone/>
            </a:pPr>
            <a:r>
              <a:rPr lang="en-US"/>
              <a:t>February 19, 2026</a:t>
            </a:r>
            <a:endParaRPr/>
          </a:p>
        </p:txBody>
      </p:sp>
      <p:sp>
        <p:nvSpPr>
          <p:cNvPr id="97" name="Google Shape;97;p11"/>
          <p:cNvSpPr txBox="1"/>
          <p:nvPr>
            <p:ph idx="4294967295" type="ctrTitle"/>
          </p:nvPr>
        </p:nvSpPr>
        <p:spPr>
          <a:xfrm>
            <a:off x="228598" y="680370"/>
            <a:ext cx="8149684" cy="2266202"/>
          </a:xfrm>
          <a:prstGeom prst="rect">
            <a:avLst/>
          </a:prstGeom>
          <a:noFill/>
          <a:ln>
            <a:noFill/>
          </a:ln>
        </p:spPr>
        <p:txBody>
          <a:bodyPr anchorCtr="0" anchor="b" bIns="0" lIns="0" spcFirstLastPara="1" rIns="0" wrap="square" tIns="0">
            <a:noAutofit/>
          </a:bodyPr>
          <a:lstStyle/>
          <a:p>
            <a:pPr indent="0" lvl="0" marL="0" marR="0" rtl="0" algn="l">
              <a:lnSpc>
                <a:spcPct val="85000"/>
              </a:lnSpc>
              <a:spcBef>
                <a:spcPts val="0"/>
              </a:spcBef>
              <a:spcAft>
                <a:spcPts val="0"/>
              </a:spcAft>
              <a:buClr>
                <a:srgbClr val="101329"/>
              </a:buClr>
              <a:buSzPts val="4800"/>
              <a:buFont typeface="Arial"/>
              <a:buNone/>
            </a:pPr>
            <a:r>
              <a:rPr lang="en-US" sz="4800"/>
              <a:t>SaaS in the Age of Agentic AI</a:t>
            </a:r>
            <a:endParaRPr sz="4800"/>
          </a:p>
        </p:txBody>
      </p:sp>
      <p:sp>
        <p:nvSpPr>
          <p:cNvPr id="98" name="Google Shape;98;p11"/>
          <p:cNvSpPr txBox="1"/>
          <p:nvPr/>
        </p:nvSpPr>
        <p:spPr>
          <a:xfrm>
            <a:off x="228602" y="3906694"/>
            <a:ext cx="8149681" cy="293702"/>
          </a:xfrm>
          <a:prstGeom prst="rect">
            <a:avLst/>
          </a:prstGeom>
          <a:noFill/>
          <a:ln>
            <a:noFill/>
          </a:ln>
        </p:spPr>
        <p:txBody>
          <a:bodyPr anchorCtr="0" anchor="t" bIns="0" lIns="0" spcFirstLastPara="1" rIns="0" wrap="square" tIns="0">
            <a:noAutofit/>
          </a:bodyPr>
          <a:lstStyle/>
          <a:p>
            <a:pPr indent="-612776" lvl="0" marL="612776" marR="0" rtl="0" algn="l">
              <a:lnSpc>
                <a:spcPct val="100000"/>
              </a:lnSpc>
              <a:spcBef>
                <a:spcPts val="0"/>
              </a:spcBef>
              <a:spcAft>
                <a:spcPts val="0"/>
              </a:spcAft>
              <a:buClr>
                <a:srgbClr val="393939"/>
              </a:buClr>
              <a:buSzPts val="1600"/>
              <a:buFont typeface="Arial"/>
              <a:buNone/>
            </a:pPr>
            <a:r>
              <a:rPr lang="en-US" sz="1600">
                <a:solidFill>
                  <a:srgbClr val="393939"/>
                </a:solidFill>
              </a:rPr>
              <a:t>Market, Segments, Financial Impacts, and Debate</a:t>
            </a:r>
            <a:endParaRPr sz="1600">
              <a:solidFill>
                <a:srgbClr val="39393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2"/>
          <p:cNvSpPr txBox="1"/>
          <p:nvPr>
            <p:ph idx="1" type="body"/>
          </p:nvPr>
        </p:nvSpPr>
        <p:spPr>
          <a:xfrm>
            <a:off x="7861910" y="4817326"/>
            <a:ext cx="1007771" cy="165150"/>
          </a:xfrm>
          <a:prstGeom prst="rect">
            <a:avLst/>
          </a:prstGeom>
          <a:noFill/>
          <a:ln>
            <a:noFill/>
          </a:ln>
        </p:spPr>
        <p:txBody>
          <a:bodyPr anchorCtr="0" anchor="t" bIns="45700" lIns="45700" spcFirstLastPara="1" rIns="45700" wrap="square" tIns="45700">
            <a:noAutofit/>
          </a:bodyPr>
          <a:lstStyle/>
          <a:p>
            <a:pPr indent="0" lvl="0" marL="0" rtl="0" algn="r">
              <a:lnSpc>
                <a:spcPct val="80000"/>
              </a:lnSpc>
              <a:spcBef>
                <a:spcPts val="0"/>
              </a:spcBef>
              <a:spcAft>
                <a:spcPts val="0"/>
              </a:spcAft>
              <a:buClr>
                <a:srgbClr val="393939"/>
              </a:buClr>
              <a:buSzPts val="555"/>
              <a:buFont typeface="Arial"/>
              <a:buNone/>
            </a:pPr>
            <a:r>
              <a:rPr lang="en-US"/>
              <a:t>February 19, 2026</a:t>
            </a:r>
            <a:endParaRPr/>
          </a:p>
        </p:txBody>
      </p:sp>
      <p:sp>
        <p:nvSpPr>
          <p:cNvPr id="104" name="Google Shape;104;p12"/>
          <p:cNvSpPr txBox="1"/>
          <p:nvPr>
            <p:ph type="title"/>
          </p:nvPr>
        </p:nvSpPr>
        <p:spPr>
          <a:xfrm>
            <a:off x="228598" y="200506"/>
            <a:ext cx="8632906" cy="383103"/>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1800"/>
              <a:buFont typeface="Arial"/>
              <a:buNone/>
            </a:pPr>
            <a:r>
              <a:rPr lang="en-US" sz="1800"/>
              <a:t>Market Context &amp; Relevance: From AI Hype to Execution Risk (12–18 Months)</a:t>
            </a:r>
            <a:endParaRPr sz="1800"/>
          </a:p>
        </p:txBody>
      </p:sp>
      <p:sp>
        <p:nvSpPr>
          <p:cNvPr id="105" name="Google Shape;105;p12"/>
          <p:cNvSpPr txBox="1"/>
          <p:nvPr>
            <p:ph idx="2" type="body"/>
          </p:nvPr>
        </p:nvSpPr>
        <p:spPr>
          <a:xfrm>
            <a:off x="228600" y="734635"/>
            <a:ext cx="8632825" cy="3595691"/>
          </a:xfrm>
          <a:prstGeom prst="rect">
            <a:avLst/>
          </a:prstGeom>
          <a:noFill/>
          <a:ln>
            <a:noFill/>
          </a:ln>
        </p:spPr>
        <p:txBody>
          <a:bodyPr anchorCtr="0" anchor="t" bIns="0" lIns="0" spcFirstLastPara="1" rIns="0" wrap="square" tIns="0">
            <a:noAutofit/>
          </a:bodyPr>
          <a:lstStyle/>
          <a:p>
            <a:pPr indent="-182878" lvl="0" marL="347472" rtl="0" algn="l">
              <a:lnSpc>
                <a:spcPct val="100000"/>
              </a:lnSpc>
              <a:spcBef>
                <a:spcPts val="1000"/>
              </a:spcBef>
              <a:spcAft>
                <a:spcPts val="0"/>
              </a:spcAft>
              <a:buClr>
                <a:srgbClr val="000000"/>
              </a:buClr>
              <a:buSzPts val="1200"/>
              <a:buFont typeface="Arial"/>
              <a:buChar char="•"/>
            </a:pPr>
            <a:r>
              <a:rPr lang="en-US" sz="1200">
                <a:solidFill>
                  <a:srgbClr val="000000"/>
                </a:solidFill>
              </a:rPr>
              <a:t>Structural shift: SaaS valuations compressed as the narrative moved from GenAI tailwind to disruption risk.[</a:t>
            </a:r>
            <a:r>
              <a:rPr lang="en-US" sz="1200" u="sng">
                <a:solidFill>
                  <a:schemeClr val="hlink"/>
                </a:solidFill>
                <a:hlinkClick r:id="rId3"/>
              </a:rPr>
              <a:t>1</a:t>
            </a:r>
            <a:r>
              <a:rPr lang="en-US" sz="1200">
                <a:solidFill>
                  <a:srgbClr val="000000"/>
                </a:solidFill>
              </a:rPr>
              <a:t>] Median EV/NTM revenue fell 16% in 4Q25 to 4.6x; top quartile down 15% to 7.7x.[</a:t>
            </a:r>
            <a:r>
              <a:rPr lang="en-US" sz="1200" u="sng">
                <a:solidFill>
                  <a:schemeClr val="hlink"/>
                </a:solidFill>
                <a:hlinkClick r:id="rId4"/>
              </a:rPr>
              <a:t>2</a:t>
            </a:r>
            <a:r>
              <a:rPr lang="en-US" sz="1200">
                <a:solidFill>
                  <a:srgbClr val="000000"/>
                </a:solidFill>
              </a:rPr>
              <a:t>] Deep Knowledge Investing frames the reset from boosterism to skepticism.[</a:t>
            </a:r>
            <a:r>
              <a:rPr lang="en-US" sz="1200" u="sng">
                <a:solidFill>
                  <a:schemeClr val="hlink"/>
                </a:solidFill>
                <a:hlinkClick r:id="rId5"/>
              </a:rPr>
              <a:t>3</a:t>
            </a:r>
            <a:r>
              <a:rPr lang="en-US" sz="1200">
                <a:solidFill>
                  <a:srgbClr val="000000"/>
                </a:solidFill>
              </a:rPr>
              <a:t>]</a:t>
            </a:r>
            <a:endParaRPr sz="1200">
              <a:solidFill>
                <a:srgbClr val="000000"/>
              </a:solidFill>
            </a:endParaRPr>
          </a:p>
          <a:p>
            <a:pPr indent="-182878" lvl="0" marL="347472" rtl="0" algn="l">
              <a:lnSpc>
                <a:spcPct val="100000"/>
              </a:lnSpc>
              <a:spcBef>
                <a:spcPts val="1000"/>
              </a:spcBef>
              <a:spcAft>
                <a:spcPts val="0"/>
              </a:spcAft>
              <a:buClr>
                <a:srgbClr val="000000"/>
              </a:buClr>
              <a:buSzPts val="1200"/>
              <a:buFont typeface="Arial"/>
              <a:buChar char="•"/>
            </a:pPr>
            <a:r>
              <a:rPr lang="en-US" sz="1200">
                <a:solidFill>
                  <a:srgbClr val="000000"/>
                </a:solidFill>
              </a:rPr>
              <a:t>Agentic turn: TBR finds agentic AI moved from hype to funded mandate faster than GenAI; budgets are shifting to automation.[</a:t>
            </a:r>
            <a:r>
              <a:rPr lang="en-US" sz="1200" u="sng">
                <a:solidFill>
                  <a:schemeClr val="hlink"/>
                </a:solidFill>
                <a:hlinkClick r:id="rId6"/>
              </a:rPr>
              <a:t>4</a:t>
            </a:r>
            <a:r>
              <a:rPr lang="en-US" sz="1200">
                <a:solidFill>
                  <a:srgbClr val="000000"/>
                </a:solidFill>
              </a:rPr>
              <a:t>] PartnerCap warns of execution gaps between firms operationalizing agentic AI vs. static wrappers.[</a:t>
            </a:r>
            <a:r>
              <a:rPr lang="en-US" sz="1200" u="sng">
                <a:solidFill>
                  <a:schemeClr val="hlink"/>
                </a:solidFill>
                <a:hlinkClick r:id="rId7"/>
              </a:rPr>
              <a:t>5</a:t>
            </a:r>
            <a:r>
              <a:rPr lang="en-US" sz="1200">
                <a:solidFill>
                  <a:srgbClr val="000000"/>
                </a:solidFill>
              </a:rPr>
              <a:t>] Salesforce pivots to the Agentic Enterprise;[</a:t>
            </a:r>
            <a:r>
              <a:rPr lang="en-US" sz="1200" u="sng">
                <a:solidFill>
                  <a:schemeClr val="hlink"/>
                </a:solidFill>
                <a:hlinkClick r:id="rId8"/>
              </a:rPr>
              <a:t>6</a:t>
            </a:r>
            <a:r>
              <a:rPr lang="en-US" sz="1200">
                <a:solidFill>
                  <a:srgbClr val="000000"/>
                </a:solidFill>
              </a:rPr>
              <a:t>] Verint cites a 6x revenue opportunity per seat replaced by bots (~$200 human vs. ~$1,200 bots).[</a:t>
            </a:r>
            <a:r>
              <a:rPr lang="en-US" sz="1200" u="sng">
                <a:solidFill>
                  <a:schemeClr val="hlink"/>
                </a:solidFill>
                <a:hlinkClick r:id="rId9"/>
              </a:rPr>
              <a:t>7</a:t>
            </a:r>
            <a:r>
              <a:rPr lang="en-US" sz="1200">
                <a:solidFill>
                  <a:srgbClr val="000000"/>
                </a:solidFill>
              </a:rPr>
              <a:t>]</a:t>
            </a:r>
            <a:endParaRPr sz="1200">
              <a:solidFill>
                <a:srgbClr val="000000"/>
              </a:solidFill>
            </a:endParaRPr>
          </a:p>
          <a:p>
            <a:pPr indent="-182878" lvl="0" marL="347472" rtl="0" algn="l">
              <a:lnSpc>
                <a:spcPct val="100000"/>
              </a:lnSpc>
              <a:spcBef>
                <a:spcPts val="1000"/>
              </a:spcBef>
              <a:spcAft>
                <a:spcPts val="0"/>
              </a:spcAft>
              <a:buClr>
                <a:srgbClr val="000000"/>
              </a:buClr>
              <a:buSzPts val="1200"/>
              <a:buFont typeface="Arial"/>
              <a:buChar char="•"/>
            </a:pPr>
            <a:r>
              <a:rPr lang="en-US" sz="1200">
                <a:solidFill>
                  <a:srgbClr val="000000"/>
                </a:solidFill>
              </a:rPr>
              <a:t>Competitive dynamics: Consolidation favors broad platforms (Microsoft, SAP, Oracle) as enterprises bundle suites (TBR).[</a:t>
            </a:r>
            <a:r>
              <a:rPr lang="en-US" sz="1200" u="sng">
                <a:solidFill>
                  <a:schemeClr val="hlink"/>
                </a:solidFill>
                <a:hlinkClick r:id="rId10"/>
              </a:rPr>
              <a:t>8</a:t>
            </a:r>
            <a:r>
              <a:rPr lang="en-US" sz="1200">
                <a:solidFill>
                  <a:srgbClr val="000000"/>
                </a:solidFill>
              </a:rPr>
              <a:t>] ICBC flags rejection of per‑seat + feature premium as agents call APIs directly.[</a:t>
            </a:r>
            <a:r>
              <a:rPr lang="en-US" sz="1200" u="sng">
                <a:solidFill>
                  <a:schemeClr val="hlink"/>
                </a:solidFill>
                <a:hlinkClick r:id="rId11"/>
              </a:rPr>
              <a:t>9</a:t>
            </a:r>
            <a:r>
              <a:rPr lang="en-US" sz="1200">
                <a:solidFill>
                  <a:srgbClr val="000000"/>
                </a:solidFill>
              </a:rPr>
              <a:t>] ISG: platform‑oriented SaaS ACV reached $19.3B in 2025, up 16% YoY.[</a:t>
            </a:r>
            <a:r>
              <a:rPr lang="en-US" sz="1200" u="sng">
                <a:solidFill>
                  <a:schemeClr val="hlink"/>
                </a:solidFill>
                <a:hlinkClick r:id="rId12"/>
              </a:rPr>
              <a:t>10</a:t>
            </a:r>
            <a:r>
              <a:rPr lang="en-US" sz="1200">
                <a:solidFill>
                  <a:srgbClr val="000000"/>
                </a:solidFill>
              </a:rPr>
              <a:t>] Kinnevik notes premium multiples for vertical/mission‑critical systems of record.[</a:t>
            </a:r>
            <a:r>
              <a:rPr lang="en-US" sz="1200" u="sng">
                <a:solidFill>
                  <a:schemeClr val="hlink"/>
                </a:solidFill>
                <a:hlinkClick r:id="rId13"/>
              </a:rPr>
              <a:t>11</a:t>
            </a:r>
            <a:r>
              <a:rPr lang="en-US" sz="1200">
                <a:solidFill>
                  <a:srgbClr val="000000"/>
                </a:solidFill>
              </a:rPr>
              <a:t>]</a:t>
            </a:r>
            <a:endParaRPr sz="1200">
              <a:solidFill>
                <a:srgbClr val="000000"/>
              </a:solidFill>
            </a:endParaRPr>
          </a:p>
          <a:p>
            <a:pPr indent="-182879" lvl="0" marL="347472" rtl="0" algn="l">
              <a:lnSpc>
                <a:spcPct val="100000"/>
              </a:lnSpc>
              <a:spcBef>
                <a:spcPts val="1000"/>
              </a:spcBef>
              <a:spcAft>
                <a:spcPts val="0"/>
              </a:spcAft>
              <a:buClr>
                <a:srgbClr val="000000"/>
              </a:buClr>
              <a:buSzPts val="1200"/>
              <a:buFont typeface="Arial"/>
              <a:buChar char="•"/>
            </a:pPr>
            <a:r>
              <a:rPr lang="en-US" sz="1200">
                <a:solidFill>
                  <a:srgbClr val="000000"/>
                </a:solidFill>
              </a:rPr>
              <a:t>Macro &amp; budgets: Emkay sees AI funded by reshuffling existing digital spend—AI as a substitution layer.[</a:t>
            </a:r>
            <a:r>
              <a:rPr lang="en-US" sz="1200" u="sng">
                <a:solidFill>
                  <a:schemeClr val="hlink"/>
                </a:solidFill>
                <a:hlinkClick r:id="rId14"/>
              </a:rPr>
              <a:t>12</a:t>
            </a:r>
            <a:r>
              <a:rPr lang="en-US" sz="1200">
                <a:solidFill>
                  <a:srgbClr val="000000"/>
                </a:solidFill>
              </a:rPr>
              <a:t>] Blue Owl notes software credit spreads widened only 10–20 bps even as equity multiples derated.[</a:t>
            </a:r>
            <a:r>
              <a:rPr lang="en-US" sz="1200" u="sng">
                <a:solidFill>
                  <a:schemeClr val="hlink"/>
                </a:solidFill>
                <a:hlinkClick r:id="rId15"/>
              </a:rPr>
              <a:t>13</a:t>
            </a:r>
            <a:r>
              <a:rPr lang="en-US" sz="1200">
                <a:solidFill>
                  <a:srgbClr val="000000"/>
                </a:solidFill>
              </a:rPr>
              <a:t>] Sixth Street cites slower post‑COVID unit economics and some AI budget cannibalization.[</a:t>
            </a:r>
            <a:r>
              <a:rPr lang="en-US" sz="1200" u="sng">
                <a:solidFill>
                  <a:schemeClr val="hlink"/>
                </a:solidFill>
                <a:hlinkClick r:id="rId16"/>
              </a:rPr>
              <a:t>14</a:t>
            </a:r>
            <a:r>
              <a:rPr lang="en-US" sz="1200">
                <a:solidFill>
                  <a:srgbClr val="000000"/>
                </a:solidFill>
              </a:rPr>
              <a:t>]</a:t>
            </a:r>
            <a:endParaRPr sz="12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3"/>
          <p:cNvSpPr txBox="1"/>
          <p:nvPr>
            <p:ph idx="1" type="body"/>
          </p:nvPr>
        </p:nvSpPr>
        <p:spPr>
          <a:xfrm>
            <a:off x="7861910" y="4817326"/>
            <a:ext cx="1007771" cy="165150"/>
          </a:xfrm>
          <a:prstGeom prst="rect">
            <a:avLst/>
          </a:prstGeom>
          <a:noFill/>
          <a:ln>
            <a:noFill/>
          </a:ln>
        </p:spPr>
        <p:txBody>
          <a:bodyPr anchorCtr="0" anchor="t" bIns="45700" lIns="45700" spcFirstLastPara="1" rIns="45700" wrap="square" tIns="45700">
            <a:noAutofit/>
          </a:bodyPr>
          <a:lstStyle/>
          <a:p>
            <a:pPr indent="0" lvl="0" marL="0" rtl="0" algn="r">
              <a:lnSpc>
                <a:spcPct val="80000"/>
              </a:lnSpc>
              <a:spcBef>
                <a:spcPts val="0"/>
              </a:spcBef>
              <a:spcAft>
                <a:spcPts val="0"/>
              </a:spcAft>
              <a:buClr>
                <a:srgbClr val="393939"/>
              </a:buClr>
              <a:buSzPts val="555"/>
              <a:buFont typeface="Arial"/>
              <a:buNone/>
            </a:pPr>
            <a:r>
              <a:rPr lang="en-US"/>
              <a:t>February 19, 2026</a:t>
            </a:r>
            <a:endParaRPr/>
          </a:p>
        </p:txBody>
      </p:sp>
      <p:sp>
        <p:nvSpPr>
          <p:cNvPr id="111" name="Google Shape;111;p13"/>
          <p:cNvSpPr txBox="1"/>
          <p:nvPr>
            <p:ph type="title"/>
          </p:nvPr>
        </p:nvSpPr>
        <p:spPr>
          <a:xfrm>
            <a:off x="228598" y="200506"/>
            <a:ext cx="8508705" cy="383103"/>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01329"/>
              </a:buClr>
              <a:buSzPts val="1800"/>
              <a:buFont typeface="Arial"/>
              <a:buNone/>
            </a:pPr>
            <a:r>
              <a:rPr lang="en-US" sz="1800">
                <a:solidFill>
                  <a:srgbClr val="101329"/>
                </a:solidFill>
              </a:rPr>
              <a:t>Segment Analysis: Resilient Systems, Exposed Models, and Strategic Pivots</a:t>
            </a:r>
            <a:endParaRPr sz="1800">
              <a:solidFill>
                <a:srgbClr val="101329"/>
              </a:solidFill>
            </a:endParaRPr>
          </a:p>
        </p:txBody>
      </p:sp>
      <p:sp>
        <p:nvSpPr>
          <p:cNvPr id="112" name="Google Shape;112;p13"/>
          <p:cNvSpPr txBox="1"/>
          <p:nvPr>
            <p:ph idx="2" type="body"/>
          </p:nvPr>
        </p:nvSpPr>
        <p:spPr>
          <a:xfrm>
            <a:off x="228599" y="1110877"/>
            <a:ext cx="2580303" cy="3148544"/>
          </a:xfrm>
          <a:prstGeom prst="rect">
            <a:avLst/>
          </a:prstGeom>
          <a:noFill/>
          <a:ln>
            <a:noFill/>
          </a:ln>
        </p:spPr>
        <p:txBody>
          <a:bodyPr anchorCtr="0" anchor="t" bIns="0" lIns="0" spcFirstLastPara="1" rIns="0" wrap="square" tIns="0">
            <a:noAutofit/>
          </a:bodyPr>
          <a:lstStyle/>
          <a:p>
            <a:pPr indent="-187325" lvl="0" marL="346075" rtl="0" algn="l">
              <a:lnSpc>
                <a:spcPct val="100000"/>
              </a:lnSpc>
              <a:spcBef>
                <a:spcPts val="1000"/>
              </a:spcBef>
              <a:spcAft>
                <a:spcPts val="0"/>
              </a:spcAft>
              <a:buClr>
                <a:srgbClr val="000000"/>
              </a:buClr>
              <a:buSzPts val="1200"/>
              <a:buFont typeface="Arial"/>
              <a:buChar char="•"/>
            </a:pPr>
            <a:r>
              <a:rPr lang="en-US" sz="1200">
                <a:solidFill>
                  <a:srgbClr val="000000"/>
                </a:solidFill>
              </a:rPr>
              <a:t>Resilient systems of record: Vertical SaaS with proprietary data and regulatory moats defend value.[</a:t>
            </a:r>
            <a:r>
              <a:rPr lang="en-US" sz="1200" u="sng">
                <a:solidFill>
                  <a:schemeClr val="hlink"/>
                </a:solidFill>
                <a:hlinkClick r:id="rId3"/>
              </a:rPr>
              <a:t>15</a:t>
            </a:r>
            <a:r>
              <a:rPr lang="en-US" sz="1200">
                <a:solidFill>
                  <a:srgbClr val="000000"/>
                </a:solidFill>
              </a:rPr>
              <a:t>] Monroe Capital and Kinnevik highlight vertical platforms' resilience;[</a:t>
            </a:r>
            <a:r>
              <a:rPr lang="en-US" sz="1200" u="sng">
                <a:solidFill>
                  <a:schemeClr val="hlink"/>
                </a:solidFill>
                <a:hlinkClick r:id="rId4"/>
              </a:rPr>
              <a:t>16</a:t>
            </a:r>
            <a:r>
              <a:rPr lang="en-US" sz="1200">
                <a:solidFill>
                  <a:srgbClr val="000000"/>
                </a:solidFill>
              </a:rPr>
              <a:t>] RedEye cites Vitec as insulated from seat compression via deep workflow ties.[</a:t>
            </a:r>
            <a:r>
              <a:rPr lang="en-US" sz="1200" u="sng">
                <a:solidFill>
                  <a:schemeClr val="hlink"/>
                </a:solidFill>
                <a:hlinkClick r:id="rId5"/>
              </a:rPr>
              <a:t>17</a:t>
            </a:r>
            <a:r>
              <a:rPr lang="en-US" sz="1200">
                <a:solidFill>
                  <a:srgbClr val="000000"/>
                </a:solidFill>
              </a:rPr>
              <a:t>] TechnologyOne and 22V Research emphasize value accruing to data/control and orchestration layers (e.g., Palantir).[</a:t>
            </a:r>
            <a:r>
              <a:rPr lang="en-US" sz="1200" u="sng">
                <a:solidFill>
                  <a:schemeClr val="hlink"/>
                </a:solidFill>
                <a:hlinkClick r:id="rId6"/>
              </a:rPr>
              <a:t>18</a:t>
            </a:r>
            <a:r>
              <a:rPr lang="en-US" sz="1200">
                <a:solidFill>
                  <a:srgbClr val="000000"/>
                </a:solidFill>
              </a:rPr>
              <a:t>] Inspirisys and Freee K.K. note compliance‑heavy sectors require auditability, reinforcing incumbents.[</a:t>
            </a:r>
            <a:r>
              <a:rPr lang="en-US" sz="1200" u="sng">
                <a:solidFill>
                  <a:schemeClr val="hlink"/>
                </a:solidFill>
                <a:hlinkClick r:id="rId7"/>
              </a:rPr>
              <a:t>19</a:t>
            </a:r>
            <a:r>
              <a:rPr lang="en-US" sz="1200">
                <a:solidFill>
                  <a:srgbClr val="000000"/>
                </a:solidFill>
              </a:rPr>
              <a:t>, </a:t>
            </a:r>
            <a:r>
              <a:rPr lang="en-US" sz="1200" u="sng">
                <a:solidFill>
                  <a:schemeClr val="hlink"/>
                </a:solidFill>
                <a:hlinkClick r:id="rId8"/>
              </a:rPr>
              <a:t>20</a:t>
            </a:r>
            <a:r>
              <a:rPr lang="en-US" sz="1200">
                <a:solidFill>
                  <a:srgbClr val="000000"/>
                </a:solidFill>
              </a:rPr>
              <a:t>]</a:t>
            </a:r>
            <a:endParaRPr sz="1200">
              <a:solidFill>
                <a:srgbClr val="000000"/>
              </a:solidFill>
            </a:endParaRPr>
          </a:p>
        </p:txBody>
      </p:sp>
      <p:sp>
        <p:nvSpPr>
          <p:cNvPr id="113" name="Google Shape;113;p13"/>
          <p:cNvSpPr txBox="1"/>
          <p:nvPr>
            <p:ph idx="3" type="body"/>
          </p:nvPr>
        </p:nvSpPr>
        <p:spPr>
          <a:xfrm>
            <a:off x="3208204" y="1110877"/>
            <a:ext cx="2580302" cy="3148544"/>
          </a:xfrm>
          <a:prstGeom prst="rect">
            <a:avLst/>
          </a:prstGeom>
          <a:noFill/>
          <a:ln>
            <a:noFill/>
          </a:ln>
        </p:spPr>
        <p:txBody>
          <a:bodyPr anchorCtr="0" anchor="t" bIns="0" lIns="0" spcFirstLastPara="1" rIns="0" wrap="square" tIns="0">
            <a:noAutofit/>
          </a:bodyPr>
          <a:lstStyle/>
          <a:p>
            <a:pPr indent="-187325" lvl="0" marL="346075" rtl="0" algn="l">
              <a:lnSpc>
                <a:spcPct val="100000"/>
              </a:lnSpc>
              <a:spcBef>
                <a:spcPts val="1000"/>
              </a:spcBef>
              <a:spcAft>
                <a:spcPts val="0"/>
              </a:spcAft>
              <a:buClr>
                <a:srgbClr val="000000"/>
              </a:buClr>
              <a:buSzPts val="1200"/>
              <a:buFont typeface="Arial"/>
              <a:buChar char="•"/>
            </a:pPr>
            <a:r>
              <a:rPr lang="en-US" sz="1200">
                <a:solidFill>
                  <a:srgbClr val="000000"/>
                </a:solidFill>
              </a:rPr>
              <a:t>Exposed models: Horizontal productivity and API "wrappers" face rapid commoditization.[</a:t>
            </a:r>
            <a:r>
              <a:rPr lang="en-US" sz="1200" u="sng">
                <a:solidFill>
                  <a:schemeClr val="hlink"/>
                </a:solidFill>
                <a:hlinkClick r:id="rId9"/>
              </a:rPr>
              <a:t>21</a:t>
            </a:r>
            <a:r>
              <a:rPr lang="en-US" sz="1200">
                <a:solidFill>
                  <a:srgbClr val="000000"/>
                </a:solidFill>
              </a:rPr>
              <a:t>] ICBC warns low‑complexity tools will be cannibalized first.[</a:t>
            </a:r>
            <a:r>
              <a:rPr lang="en-US" sz="1200" u="sng">
                <a:solidFill>
                  <a:schemeClr val="hlink"/>
                </a:solidFill>
                <a:hlinkClick r:id="rId10"/>
              </a:rPr>
              <a:t>21</a:t>
            </a:r>
            <a:r>
              <a:rPr lang="en-US" sz="1200">
                <a:solidFill>
                  <a:srgbClr val="000000"/>
                </a:solidFill>
              </a:rPr>
              <a:t>] TechnologyOne flags highest risk for general‑purpose and single‑app software.[</a:t>
            </a:r>
            <a:r>
              <a:rPr lang="en-US" sz="1200" u="sng">
                <a:solidFill>
                  <a:schemeClr val="hlink"/>
                </a:solidFill>
                <a:hlinkClick r:id="rId11"/>
              </a:rPr>
              <a:t>22</a:t>
            </a:r>
            <a:r>
              <a:rPr lang="en-US" sz="1200">
                <a:solidFill>
                  <a:srgbClr val="000000"/>
                </a:solidFill>
              </a:rPr>
              <a:t>] Seat‑based dependency weakens as agents shrink human licenses; LaunchMatrix expert and Anand Rathi see effort‑based billing commoditizing.[</a:t>
            </a:r>
            <a:r>
              <a:rPr lang="en-US" sz="1200" u="sng">
                <a:solidFill>
                  <a:schemeClr val="hlink"/>
                </a:solidFill>
                <a:hlinkClick r:id="rId12"/>
              </a:rPr>
              <a:t>23</a:t>
            </a:r>
            <a:r>
              <a:rPr lang="en-US" sz="1200">
                <a:solidFill>
                  <a:srgbClr val="000000"/>
                </a:solidFill>
              </a:rPr>
              <a:t>]</a:t>
            </a:r>
            <a:endParaRPr sz="1200">
              <a:solidFill>
                <a:srgbClr val="000000"/>
              </a:solidFill>
            </a:endParaRPr>
          </a:p>
        </p:txBody>
      </p:sp>
      <p:sp>
        <p:nvSpPr>
          <p:cNvPr id="114" name="Google Shape;114;p13"/>
          <p:cNvSpPr txBox="1"/>
          <p:nvPr>
            <p:ph idx="4" type="body"/>
          </p:nvPr>
        </p:nvSpPr>
        <p:spPr>
          <a:xfrm>
            <a:off x="6157002" y="1110877"/>
            <a:ext cx="2580302" cy="3148544"/>
          </a:xfrm>
          <a:prstGeom prst="rect">
            <a:avLst/>
          </a:prstGeom>
          <a:noFill/>
          <a:ln>
            <a:noFill/>
          </a:ln>
        </p:spPr>
        <p:txBody>
          <a:bodyPr anchorCtr="0" anchor="t" bIns="0" lIns="0" spcFirstLastPara="1" rIns="0" wrap="square" tIns="0">
            <a:noAutofit/>
          </a:bodyPr>
          <a:lstStyle/>
          <a:p>
            <a:pPr indent="-187325" lvl="0" marL="346075" rtl="0" algn="l">
              <a:lnSpc>
                <a:spcPct val="100000"/>
              </a:lnSpc>
              <a:spcBef>
                <a:spcPts val="1000"/>
              </a:spcBef>
              <a:spcAft>
                <a:spcPts val="0"/>
              </a:spcAft>
              <a:buClr>
                <a:srgbClr val="000000"/>
              </a:buClr>
              <a:buSzPts val="1200"/>
              <a:buFont typeface="Arial"/>
              <a:buChar char="•"/>
            </a:pPr>
            <a:r>
              <a:rPr lang="en-US" sz="1200">
                <a:solidFill>
                  <a:srgbClr val="000000"/>
                </a:solidFill>
              </a:rPr>
              <a:t>Strategic pivots: Shift toward usage/consumption and hybrid pricing to capture AI activity.[</a:t>
            </a:r>
            <a:r>
              <a:rPr lang="en-US" sz="1200" u="sng">
                <a:solidFill>
                  <a:schemeClr val="hlink"/>
                </a:solidFill>
                <a:hlinkClick r:id="rId13"/>
              </a:rPr>
              <a:t>24</a:t>
            </a:r>
            <a:r>
              <a:rPr lang="en-US" sz="1200">
                <a:solidFill>
                  <a:srgbClr val="000000"/>
                </a:solidFill>
              </a:rPr>
              <a:t>] Zuora: 78% price beyond users.[</a:t>
            </a:r>
            <a:r>
              <a:rPr lang="en-US" sz="1200" u="sng">
                <a:solidFill>
                  <a:schemeClr val="hlink"/>
                </a:solidFill>
                <a:hlinkClick r:id="rId14"/>
              </a:rPr>
              <a:t>24</a:t>
            </a:r>
            <a:r>
              <a:rPr lang="en-US" sz="1200">
                <a:solidFill>
                  <a:srgbClr val="000000"/>
                </a:solidFill>
              </a:rPr>
              <a:t>] PagerDuty ties resilience to usage growth &gt;25% YoY.[</a:t>
            </a:r>
            <a:r>
              <a:rPr lang="en-US" sz="1200" u="sng">
                <a:solidFill>
                  <a:schemeClr val="hlink"/>
                </a:solidFill>
                <a:hlinkClick r:id="rId15"/>
              </a:rPr>
              <a:t>25</a:t>
            </a:r>
            <a:r>
              <a:rPr lang="en-US" sz="1200">
                <a:solidFill>
                  <a:srgbClr val="000000"/>
                </a:solidFill>
              </a:rPr>
              <a:t>] HubSpot lowers seat gates to drive AI adoption; Atlassian blends seats with AI credits; 8x8 moves decisively to consumption as a "seat of AI" fails.[</a:t>
            </a:r>
            <a:r>
              <a:rPr lang="en-US" sz="1200" u="sng">
                <a:solidFill>
                  <a:schemeClr val="hlink"/>
                </a:solidFill>
                <a:hlinkClick r:id="rId16"/>
              </a:rPr>
              <a:t>26</a:t>
            </a:r>
            <a:r>
              <a:rPr lang="en-US" sz="1200">
                <a:solidFill>
                  <a:srgbClr val="000000"/>
                </a:solidFill>
              </a:rPr>
              <a:t>]</a:t>
            </a:r>
            <a:endParaRPr sz="1200">
              <a:solidFill>
                <a:srgbClr val="000000"/>
              </a:solidFill>
            </a:endParaRPr>
          </a:p>
        </p:txBody>
      </p:sp>
      <p:sp>
        <p:nvSpPr>
          <p:cNvPr id="115" name="Google Shape;115;p13"/>
          <p:cNvSpPr txBox="1"/>
          <p:nvPr>
            <p:ph idx="5" type="body"/>
          </p:nvPr>
        </p:nvSpPr>
        <p:spPr>
          <a:xfrm>
            <a:off x="228598" y="727778"/>
            <a:ext cx="2579692" cy="383103"/>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accent2"/>
              </a:buClr>
              <a:buSzPts val="1200"/>
              <a:buFont typeface="Arial"/>
              <a:buNone/>
            </a:pPr>
            <a:r>
              <a:rPr lang="en-US" sz="1200">
                <a:solidFill>
                  <a:schemeClr val="accent2"/>
                </a:solidFill>
              </a:rPr>
              <a:t>Resilient Systems of Record</a:t>
            </a:r>
            <a:endParaRPr sz="1200">
              <a:solidFill>
                <a:schemeClr val="accent2"/>
              </a:solidFill>
            </a:endParaRPr>
          </a:p>
        </p:txBody>
      </p:sp>
      <p:sp>
        <p:nvSpPr>
          <p:cNvPr id="116" name="Google Shape;116;p13"/>
          <p:cNvSpPr txBox="1"/>
          <p:nvPr>
            <p:ph idx="6" type="body"/>
          </p:nvPr>
        </p:nvSpPr>
        <p:spPr>
          <a:xfrm>
            <a:off x="3208204" y="727778"/>
            <a:ext cx="2579690" cy="383103"/>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accent2"/>
              </a:buClr>
              <a:buSzPts val="1200"/>
              <a:buFont typeface="Arial"/>
              <a:buNone/>
            </a:pPr>
            <a:r>
              <a:rPr lang="en-US" sz="1200">
                <a:solidFill>
                  <a:schemeClr val="accent2"/>
                </a:solidFill>
              </a:rPr>
              <a:t>Exposed Models</a:t>
            </a:r>
            <a:endParaRPr sz="1200">
              <a:solidFill>
                <a:schemeClr val="accent2"/>
              </a:solidFill>
            </a:endParaRPr>
          </a:p>
        </p:txBody>
      </p:sp>
      <p:sp>
        <p:nvSpPr>
          <p:cNvPr id="117" name="Google Shape;117;p13"/>
          <p:cNvSpPr txBox="1"/>
          <p:nvPr>
            <p:ph idx="7" type="body"/>
          </p:nvPr>
        </p:nvSpPr>
        <p:spPr>
          <a:xfrm>
            <a:off x="6161375" y="727776"/>
            <a:ext cx="2579690" cy="383103"/>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accent2"/>
              </a:buClr>
              <a:buSzPts val="1200"/>
              <a:buFont typeface="Arial"/>
              <a:buNone/>
            </a:pPr>
            <a:r>
              <a:rPr lang="en-US" sz="1200">
                <a:solidFill>
                  <a:schemeClr val="accent2"/>
                </a:solidFill>
              </a:rPr>
              <a:t>Strategic Pivots</a:t>
            </a:r>
            <a:endParaRPr sz="1200">
              <a:solidFill>
                <a:schemeClr val="accen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4"/>
          <p:cNvSpPr txBox="1"/>
          <p:nvPr>
            <p:ph type="title"/>
          </p:nvPr>
        </p:nvSpPr>
        <p:spPr>
          <a:xfrm>
            <a:off x="228599" y="200508"/>
            <a:ext cx="8508704" cy="383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01329"/>
              </a:buClr>
              <a:buSzPts val="1800"/>
              <a:buFont typeface="Arial"/>
              <a:buNone/>
            </a:pPr>
            <a:r>
              <a:rPr lang="en-US" sz="1800">
                <a:solidFill>
                  <a:srgbClr val="101329"/>
                </a:solidFill>
              </a:rPr>
              <a:t>Financial Mechanisms: Revenue Shift, Budget Cannibalization, Margin Impact, Risk Premia</a:t>
            </a:r>
            <a:endParaRPr sz="1800">
              <a:solidFill>
                <a:srgbClr val="101329"/>
              </a:solidFill>
            </a:endParaRPr>
          </a:p>
        </p:txBody>
      </p:sp>
      <p:sp>
        <p:nvSpPr>
          <p:cNvPr id="123" name="Google Shape;123;p14"/>
          <p:cNvSpPr txBox="1"/>
          <p:nvPr>
            <p:ph idx="2" type="body"/>
          </p:nvPr>
        </p:nvSpPr>
        <p:spPr>
          <a:xfrm>
            <a:off x="164991" y="1110878"/>
            <a:ext cx="1963227" cy="3397499"/>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1000"/>
              <a:buFont typeface="Arial"/>
              <a:buNone/>
            </a:pPr>
            <a:r>
              <a:rPr lang="en-US" sz="1000"/>
              <a:t>Revenue mechanics: Seat economics erode as agents execute workflows. Emkay and a former Monday.com leader note seats no longer map to value when one agent replaces multiple users.[</a:t>
            </a:r>
            <a:r>
              <a:rPr lang="en-US" sz="1000" u="sng">
                <a:solidFill>
                  <a:schemeClr val="hlink"/>
                </a:solidFill>
                <a:hlinkClick r:id="rId3"/>
              </a:rPr>
              <a:t>27</a:t>
            </a:r>
            <a:r>
              <a:rPr lang="en-US" sz="1000"/>
              <a:t>] Vendors pivot to consumption/tokens and hybrid pricing—Zuora reports 78% pricing beyond users; 8x8 moves to usage; PagerDuty growth tied to platform usage despite seat optimization.[</a:t>
            </a:r>
            <a:r>
              <a:rPr lang="en-US" sz="1000" u="sng">
                <a:solidFill>
                  <a:schemeClr val="hlink"/>
                </a:solidFill>
                <a:hlinkClick r:id="rId4"/>
              </a:rPr>
              <a:t>24</a:t>
            </a:r>
            <a:r>
              <a:rPr lang="en-US" sz="1000"/>
              <a:t>] Trade‑off: better value capture but higher revenue volatility (Kinaxis, Monday.com).[</a:t>
            </a:r>
            <a:r>
              <a:rPr lang="en-US" sz="1000" u="sng">
                <a:solidFill>
                  <a:schemeClr val="hlink"/>
                </a:solidFill>
                <a:hlinkClick r:id="rId5"/>
              </a:rPr>
              <a:t>28</a:t>
            </a:r>
            <a:r>
              <a:rPr lang="en-US" sz="1000"/>
              <a:t>]</a:t>
            </a:r>
            <a:endParaRPr sz="1000"/>
          </a:p>
        </p:txBody>
      </p:sp>
      <p:sp>
        <p:nvSpPr>
          <p:cNvPr id="124" name="Google Shape;124;p14"/>
          <p:cNvSpPr txBox="1"/>
          <p:nvPr>
            <p:ph idx="3" type="body"/>
          </p:nvPr>
        </p:nvSpPr>
        <p:spPr>
          <a:xfrm>
            <a:off x="164991" y="727778"/>
            <a:ext cx="1963228" cy="383103"/>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accent2"/>
              </a:buClr>
              <a:buSzPts val="1000"/>
              <a:buFont typeface="Arial"/>
              <a:buNone/>
            </a:pPr>
            <a:r>
              <a:rPr lang="en-US" sz="1000">
                <a:solidFill>
                  <a:schemeClr val="accent2"/>
                </a:solidFill>
              </a:rPr>
              <a:t>Revenue mechanics</a:t>
            </a:r>
            <a:endParaRPr sz="1000">
              <a:solidFill>
                <a:schemeClr val="accent2"/>
              </a:solidFill>
            </a:endParaRPr>
          </a:p>
        </p:txBody>
      </p:sp>
      <p:sp>
        <p:nvSpPr>
          <p:cNvPr id="125" name="Google Shape;125;p14"/>
          <p:cNvSpPr txBox="1"/>
          <p:nvPr>
            <p:ph idx="4" type="body"/>
          </p:nvPr>
        </p:nvSpPr>
        <p:spPr>
          <a:xfrm>
            <a:off x="2372074" y="1110879"/>
            <a:ext cx="1963227" cy="339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1000"/>
              <a:buFont typeface="Arial"/>
              <a:buNone/>
            </a:pPr>
            <a:r>
              <a:rPr lang="en-US" sz="1000"/>
              <a:t>Budget cannibalization: AI‑native tools crowd out legacy SaaS. Tropic (&gt;$18B spend) shows AI‑native up 94% YoY vs. Primarily SaaS up 8%.[</a:t>
            </a:r>
            <a:r>
              <a:rPr lang="en-US" sz="1000" u="sng">
                <a:solidFill>
                  <a:schemeClr val="hlink"/>
                </a:solidFill>
                <a:hlinkClick r:id="rId6"/>
              </a:rPr>
              <a:t>21</a:t>
            </a:r>
            <a:r>
              <a:rPr lang="en-US" sz="1000"/>
              <a:t>] Zylo calls AI the most expensive "invisible worker," with large‑enterprise AI‑native app spend up 393%.[</a:t>
            </a:r>
            <a:r>
              <a:rPr lang="en-US" sz="1000" u="sng">
                <a:solidFill>
                  <a:schemeClr val="hlink"/>
                </a:solidFill>
                <a:hlinkClick r:id="rId7"/>
              </a:rPr>
              <a:t>29</a:t>
            </a:r>
            <a:r>
              <a:rPr lang="en-US" sz="1000"/>
              <a:t>] Sales cycles lengthen to 6–12 months as buyers scrutinize integration and ROI (eGain, Airship AI).[</a:t>
            </a:r>
            <a:r>
              <a:rPr lang="en-US" sz="1000" u="sng">
                <a:solidFill>
                  <a:schemeClr val="hlink"/>
                </a:solidFill>
                <a:hlinkClick r:id="rId8"/>
              </a:rPr>
              <a:t>30</a:t>
            </a:r>
            <a:r>
              <a:rPr lang="en-US" sz="1000"/>
              <a:t>]</a:t>
            </a:r>
            <a:endParaRPr sz="1000"/>
          </a:p>
        </p:txBody>
      </p:sp>
      <p:sp>
        <p:nvSpPr>
          <p:cNvPr id="126" name="Google Shape;126;p14"/>
          <p:cNvSpPr txBox="1"/>
          <p:nvPr>
            <p:ph idx="5" type="body"/>
          </p:nvPr>
        </p:nvSpPr>
        <p:spPr>
          <a:xfrm>
            <a:off x="2372073" y="727779"/>
            <a:ext cx="1963229" cy="383103"/>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accent2"/>
              </a:buClr>
              <a:buSzPts val="1000"/>
              <a:buFont typeface="Arial"/>
              <a:buNone/>
            </a:pPr>
            <a:r>
              <a:rPr lang="en-US" sz="1000">
                <a:solidFill>
                  <a:schemeClr val="accent2"/>
                </a:solidFill>
              </a:rPr>
              <a:t>Budget cannibalization</a:t>
            </a:r>
            <a:endParaRPr sz="1000">
              <a:solidFill>
                <a:schemeClr val="accent2"/>
              </a:solidFill>
            </a:endParaRPr>
          </a:p>
        </p:txBody>
      </p:sp>
      <p:sp>
        <p:nvSpPr>
          <p:cNvPr id="127" name="Google Shape;127;p14"/>
          <p:cNvSpPr txBox="1"/>
          <p:nvPr>
            <p:ph idx="6" type="body"/>
          </p:nvPr>
        </p:nvSpPr>
        <p:spPr>
          <a:xfrm>
            <a:off x="4587108" y="1118731"/>
            <a:ext cx="1963226" cy="339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1000"/>
              <a:buFont typeface="Arial"/>
              <a:buNone/>
            </a:pPr>
            <a:r>
              <a:rPr lang="en-US" sz="1000"/>
              <a:t>Cost structure &amp; margins: Inference introduces variable COGS, compressing gross margins. Figma expects short‑term GM drag from inference/training. RWS GM fell to 43% amid lower‑margin AI services.[</a:t>
            </a:r>
            <a:r>
              <a:rPr lang="en-US" sz="1000" u="sng">
                <a:solidFill>
                  <a:schemeClr val="hlink"/>
                </a:solidFill>
                <a:hlinkClick r:id="rId9"/>
              </a:rPr>
              <a:t>31</a:t>
            </a:r>
            <a:r>
              <a:rPr lang="en-US" sz="1000"/>
              <a:t>] Redis highlights GPU/vector infrastructure driving costs.[</a:t>
            </a:r>
            <a:r>
              <a:rPr lang="en-US" sz="1000" u="sng">
                <a:solidFill>
                  <a:schemeClr val="hlink"/>
                </a:solidFill>
                <a:hlinkClick r:id="rId10"/>
              </a:rPr>
              <a:t>31</a:t>
            </a:r>
            <a:r>
              <a:rPr lang="en-US" sz="1000"/>
              <a:t>] Offsets exist: Clearwater Analytics delivered 78.5% GM via AI‑enabled automation; Coveo maintained 81% product GM through efficiency.[</a:t>
            </a:r>
            <a:r>
              <a:rPr lang="en-US" sz="1000" u="sng">
                <a:solidFill>
                  <a:schemeClr val="hlink"/>
                </a:solidFill>
                <a:hlinkClick r:id="rId11"/>
              </a:rPr>
              <a:t>32</a:t>
            </a:r>
            <a:r>
              <a:rPr lang="en-US" sz="1000"/>
              <a:t>]</a:t>
            </a:r>
            <a:endParaRPr sz="1000"/>
          </a:p>
        </p:txBody>
      </p:sp>
      <p:sp>
        <p:nvSpPr>
          <p:cNvPr id="128" name="Google Shape;128;p14"/>
          <p:cNvSpPr txBox="1"/>
          <p:nvPr>
            <p:ph idx="7" type="body"/>
          </p:nvPr>
        </p:nvSpPr>
        <p:spPr>
          <a:xfrm>
            <a:off x="4587107" y="735631"/>
            <a:ext cx="1963229" cy="383103"/>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accent2"/>
              </a:buClr>
              <a:buSzPts val="1000"/>
              <a:buFont typeface="Arial"/>
              <a:buNone/>
            </a:pPr>
            <a:r>
              <a:rPr lang="en-US" sz="1000">
                <a:solidFill>
                  <a:schemeClr val="accent2"/>
                </a:solidFill>
              </a:rPr>
              <a:t>Cost structure &amp; margins</a:t>
            </a:r>
            <a:endParaRPr sz="1000">
              <a:solidFill>
                <a:schemeClr val="accent2"/>
              </a:solidFill>
            </a:endParaRPr>
          </a:p>
        </p:txBody>
      </p:sp>
      <p:sp>
        <p:nvSpPr>
          <p:cNvPr id="129" name="Google Shape;129;p14"/>
          <p:cNvSpPr txBox="1"/>
          <p:nvPr>
            <p:ph idx="8" type="body"/>
          </p:nvPr>
        </p:nvSpPr>
        <p:spPr>
          <a:xfrm>
            <a:off x="6794190" y="1095829"/>
            <a:ext cx="1963226" cy="339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1000"/>
              <a:buFont typeface="Arial"/>
              <a:buNone/>
            </a:pPr>
            <a:r>
              <a:rPr lang="en-US" sz="1000"/>
              <a:t>Risk premia &amp; valuation: Investors re‑underwrite terminal value. Rathbones cites vicious derating on fears AI truncates cash‑flow duration.[</a:t>
            </a:r>
            <a:r>
              <a:rPr lang="en-US" sz="1000" u="sng">
                <a:solidFill>
                  <a:schemeClr val="hlink"/>
                </a:solidFill>
                <a:hlinkClick r:id="rId12"/>
              </a:rPr>
              <a:t>33</a:t>
            </a:r>
            <a:r>
              <a:rPr lang="en-US" sz="1000"/>
              <a:t>] TwentyFour Income Fund flags ARPU deflation unless firms prove moats in data/workflows.[</a:t>
            </a:r>
            <a:r>
              <a:rPr lang="en-US" sz="1000" u="sng">
                <a:solidFill>
                  <a:schemeClr val="hlink"/>
                </a:solidFill>
                <a:hlinkClick r:id="rId13"/>
              </a:rPr>
              <a:t>34</a:t>
            </a:r>
            <a:r>
              <a:rPr lang="en-US" sz="1000"/>
              <a:t>] Markets now reward visible AI monetisation over intent (Anand Rathi).[</a:t>
            </a:r>
            <a:r>
              <a:rPr lang="en-US" sz="1000" u="sng">
                <a:solidFill>
                  <a:schemeClr val="hlink"/>
                </a:solidFill>
                <a:hlinkClick r:id="rId14"/>
              </a:rPr>
              <a:t>35</a:t>
            </a:r>
            <a:r>
              <a:rPr lang="en-US" sz="1000"/>
              <a:t>] Summary: Revenue unit shifts to consumption/outcome; marginal cost rises with inference; cycles lengthen; budgets rotate; terminal value risk increases.</a:t>
            </a:r>
            <a:endParaRPr sz="1000"/>
          </a:p>
        </p:txBody>
      </p:sp>
      <p:sp>
        <p:nvSpPr>
          <p:cNvPr id="130" name="Google Shape;130;p14"/>
          <p:cNvSpPr txBox="1"/>
          <p:nvPr>
            <p:ph idx="1" type="body"/>
          </p:nvPr>
        </p:nvSpPr>
        <p:spPr>
          <a:xfrm>
            <a:off x="7861910" y="4817326"/>
            <a:ext cx="1007771" cy="165150"/>
          </a:xfrm>
          <a:prstGeom prst="rect">
            <a:avLst/>
          </a:prstGeom>
          <a:noFill/>
          <a:ln>
            <a:noFill/>
          </a:ln>
        </p:spPr>
        <p:txBody>
          <a:bodyPr anchorCtr="0" anchor="t" bIns="45700" lIns="45700" spcFirstLastPara="1" rIns="45700" wrap="square" tIns="45700">
            <a:noAutofit/>
          </a:bodyPr>
          <a:lstStyle/>
          <a:p>
            <a:pPr indent="0" lvl="0" marL="0" rtl="0" algn="r">
              <a:lnSpc>
                <a:spcPct val="80000"/>
              </a:lnSpc>
              <a:spcBef>
                <a:spcPts val="0"/>
              </a:spcBef>
              <a:spcAft>
                <a:spcPts val="0"/>
              </a:spcAft>
              <a:buClr>
                <a:srgbClr val="393939"/>
              </a:buClr>
              <a:buSzPts val="555"/>
              <a:buFont typeface="Arial"/>
              <a:buNone/>
            </a:pPr>
            <a:r>
              <a:rPr lang="en-US"/>
              <a:t>February 19, 2026</a:t>
            </a:r>
            <a:endParaRPr/>
          </a:p>
        </p:txBody>
      </p:sp>
      <p:sp>
        <p:nvSpPr>
          <p:cNvPr id="131" name="Google Shape;131;p14"/>
          <p:cNvSpPr txBox="1"/>
          <p:nvPr/>
        </p:nvSpPr>
        <p:spPr>
          <a:xfrm>
            <a:off x="6794187" y="727778"/>
            <a:ext cx="1963229" cy="38310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2"/>
              </a:buClr>
              <a:buSzPts val="1000"/>
              <a:buFont typeface="Arial"/>
              <a:buNone/>
            </a:pPr>
            <a:r>
              <a:rPr lang="en-US" sz="1000">
                <a:solidFill>
                  <a:schemeClr val="accent2"/>
                </a:solidFill>
              </a:rPr>
              <a:t>Risk premia &amp; valuation</a:t>
            </a:r>
            <a:endParaRPr sz="1000">
              <a:solidFill>
                <a:schemeClr val="accent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5"/>
          <p:cNvSpPr txBox="1"/>
          <p:nvPr>
            <p:ph type="title"/>
          </p:nvPr>
        </p:nvSpPr>
        <p:spPr>
          <a:xfrm>
            <a:off x="228599" y="200508"/>
            <a:ext cx="8508704" cy="383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101329"/>
              </a:buClr>
              <a:buSzPts val="1800"/>
              <a:buFont typeface="Arial"/>
              <a:buNone/>
            </a:pPr>
            <a:r>
              <a:rPr lang="en-US" sz="1800">
                <a:solidFill>
                  <a:srgbClr val="101329"/>
                </a:solidFill>
              </a:rPr>
              <a:t>Bull vs. Bear: Incumbent Moats vs. Seat Deflation and Execution Risk</a:t>
            </a:r>
            <a:endParaRPr sz="1800">
              <a:solidFill>
                <a:srgbClr val="101329"/>
              </a:solidFill>
            </a:endParaRPr>
          </a:p>
        </p:txBody>
      </p:sp>
      <p:sp>
        <p:nvSpPr>
          <p:cNvPr id="137" name="Google Shape;137;p15"/>
          <p:cNvSpPr txBox="1"/>
          <p:nvPr>
            <p:ph idx="2" type="body"/>
          </p:nvPr>
        </p:nvSpPr>
        <p:spPr>
          <a:xfrm>
            <a:off x="164991" y="1110878"/>
            <a:ext cx="1963227" cy="3397499"/>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1000"/>
              <a:buFont typeface="Arial"/>
              <a:buNone/>
            </a:pPr>
            <a:r>
              <a:rPr lang="en-US" sz="1000"/>
              <a:t>Bull case: Incumbents with system‑of‑record data and secure workflows monetize AI via ARPU/ACV expansion. CMB sees asset‑light models sustaining margins;[</a:t>
            </a:r>
            <a:r>
              <a:rPr lang="en-US" sz="1000" u="sng">
                <a:solidFill>
                  <a:schemeClr val="hlink"/>
                </a:solidFill>
                <a:hlinkClick r:id="rId3"/>
              </a:rPr>
              <a:t>19</a:t>
            </a:r>
            <a:r>
              <a:rPr lang="en-US" sz="1000"/>
              <a:t>] ServiceNow's AI ACV surpassed $600M in 4Q25 with strong upsell.[</a:t>
            </a:r>
            <a:r>
              <a:rPr lang="en-US" sz="1000" u="sng">
                <a:solidFill>
                  <a:schemeClr val="hlink"/>
                </a:solidFill>
                <a:hlinkClick r:id="rId4"/>
              </a:rPr>
              <a:t>36</a:t>
            </a:r>
            <a:r>
              <a:rPr lang="en-US" sz="1000"/>
              <a:t>] Salesforce reports triple‑digit growth in Agentforce and Data Cloud. Workday argues data integrity/security give incumbents an unfair advantage;[</a:t>
            </a:r>
            <a:r>
              <a:rPr lang="en-US" sz="1000" u="sng">
                <a:solidFill>
                  <a:schemeClr val="hlink"/>
                </a:solidFill>
                <a:hlinkClick r:id="rId5"/>
              </a:rPr>
              <a:t>19</a:t>
            </a:r>
            <a:r>
              <a:rPr lang="en-US" sz="1000"/>
              <a:t>] 22V notes orchestration layers (e.g., Palantir) gain as models improve.[</a:t>
            </a:r>
            <a:r>
              <a:rPr lang="en-US" sz="1000" u="sng">
                <a:solidFill>
                  <a:schemeClr val="hlink"/>
                </a:solidFill>
                <a:hlinkClick r:id="rId6"/>
              </a:rPr>
              <a:t>37</a:t>
            </a:r>
            <a:r>
              <a:rPr lang="en-US" sz="1000"/>
              <a:t>] RedEye and Blue Owl see attractive valuations and durable fundamentals; Edison expects AI productivity to lift the Rule of 40 toward 50–60.[</a:t>
            </a:r>
            <a:r>
              <a:rPr lang="en-US" sz="1000" u="sng">
                <a:solidFill>
                  <a:schemeClr val="hlink"/>
                </a:solidFill>
                <a:hlinkClick r:id="rId7"/>
              </a:rPr>
              <a:t>38</a:t>
            </a:r>
            <a:r>
              <a:rPr lang="en-US" sz="1000"/>
              <a:t>]</a:t>
            </a:r>
            <a:endParaRPr sz="1000"/>
          </a:p>
        </p:txBody>
      </p:sp>
      <p:sp>
        <p:nvSpPr>
          <p:cNvPr id="138" name="Google Shape;138;p15"/>
          <p:cNvSpPr txBox="1"/>
          <p:nvPr>
            <p:ph idx="3" type="body"/>
          </p:nvPr>
        </p:nvSpPr>
        <p:spPr>
          <a:xfrm>
            <a:off x="164991" y="727778"/>
            <a:ext cx="1963228" cy="383103"/>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accent2"/>
              </a:buClr>
              <a:buSzPts val="1000"/>
              <a:buFont typeface="Arial"/>
              <a:buNone/>
            </a:pPr>
            <a:r>
              <a:rPr lang="en-US" sz="1000">
                <a:solidFill>
                  <a:schemeClr val="accent2"/>
                </a:solidFill>
              </a:rPr>
              <a:t>Bull case</a:t>
            </a:r>
            <a:endParaRPr sz="1000">
              <a:solidFill>
                <a:schemeClr val="accent2"/>
              </a:solidFill>
            </a:endParaRPr>
          </a:p>
        </p:txBody>
      </p:sp>
      <p:sp>
        <p:nvSpPr>
          <p:cNvPr id="139" name="Google Shape;139;p15"/>
          <p:cNvSpPr txBox="1"/>
          <p:nvPr>
            <p:ph idx="4" type="body"/>
          </p:nvPr>
        </p:nvSpPr>
        <p:spPr>
          <a:xfrm>
            <a:off x="2372074" y="1110879"/>
            <a:ext cx="1963227" cy="339749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1000"/>
              <a:buFont typeface="Arial"/>
              <a:buNone/>
            </a:pPr>
            <a:r>
              <a:rPr lang="en-US" sz="1000"/>
              <a:t>Bear case: Seat compression deflationizes revenue as agents replace users (Emkay; Monday.com expert).[</a:t>
            </a:r>
            <a:r>
              <a:rPr lang="en-US" sz="1000" u="sng">
                <a:solidFill>
                  <a:schemeClr val="hlink"/>
                </a:solidFill>
                <a:hlinkClick r:id="rId8"/>
              </a:rPr>
              <a:t>27</a:t>
            </a:r>
            <a:r>
              <a:rPr lang="en-US" sz="1000"/>
              <a:t>] ICBC's "SaaSpocalypse" rejects per‑seat + feature premium as agents call APIs directly.[</a:t>
            </a:r>
            <a:r>
              <a:rPr lang="en-US" sz="1000" u="sng">
                <a:solidFill>
                  <a:schemeClr val="hlink"/>
                </a:solidFill>
                <a:hlinkClick r:id="rId9"/>
              </a:rPr>
              <a:t>9</a:t>
            </a:r>
            <a:r>
              <a:rPr lang="en-US" sz="1000"/>
              <a:t>] Nirmal Bang and PartnerCap warn wrappers commoditize quickly;[</a:t>
            </a:r>
            <a:r>
              <a:rPr lang="en-US" sz="1000" u="sng">
                <a:solidFill>
                  <a:schemeClr val="hlink"/>
                </a:solidFill>
                <a:hlinkClick r:id="rId10"/>
              </a:rPr>
              <a:t>21</a:t>
            </a:r>
            <a:r>
              <a:rPr lang="en-US" sz="1000"/>
              <a:t>] TBR adds CIOs prioritize modernization over net‑new SaaS.[</a:t>
            </a:r>
            <a:r>
              <a:rPr lang="en-US" sz="1000" u="sng">
                <a:solidFill>
                  <a:schemeClr val="hlink"/>
                </a:solidFill>
                <a:hlinkClick r:id="rId11"/>
              </a:rPr>
              <a:t>39</a:t>
            </a:r>
            <a:r>
              <a:rPr lang="en-US" sz="1000"/>
              <a:t>] Execution risks persist—platforms like C3.ai may require reinvestment amid rapid model changes; ServiceNow faces integration/M&amp;A scrutiny (Freedom Broker).[</a:t>
            </a:r>
            <a:r>
              <a:rPr lang="en-US" sz="1000" u="sng">
                <a:solidFill>
                  <a:schemeClr val="hlink"/>
                </a:solidFill>
                <a:hlinkClick r:id="rId12"/>
              </a:rPr>
              <a:t>40</a:t>
            </a:r>
            <a:r>
              <a:rPr lang="en-US" sz="1000"/>
              <a:t>]</a:t>
            </a:r>
            <a:endParaRPr sz="1000"/>
          </a:p>
        </p:txBody>
      </p:sp>
      <p:sp>
        <p:nvSpPr>
          <p:cNvPr id="140" name="Google Shape;140;p15"/>
          <p:cNvSpPr txBox="1"/>
          <p:nvPr>
            <p:ph idx="5" type="body"/>
          </p:nvPr>
        </p:nvSpPr>
        <p:spPr>
          <a:xfrm>
            <a:off x="2372073" y="727779"/>
            <a:ext cx="1963229" cy="383103"/>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accent2"/>
              </a:buClr>
              <a:buSzPts val="1000"/>
              <a:buFont typeface="Arial"/>
              <a:buNone/>
            </a:pPr>
            <a:r>
              <a:rPr lang="en-US" sz="1000">
                <a:solidFill>
                  <a:schemeClr val="accent2"/>
                </a:solidFill>
              </a:rPr>
              <a:t>Bear case</a:t>
            </a:r>
            <a:endParaRPr sz="1000">
              <a:solidFill>
                <a:schemeClr val="accent2"/>
              </a:solidFill>
            </a:endParaRPr>
          </a:p>
        </p:txBody>
      </p:sp>
      <p:sp>
        <p:nvSpPr>
          <p:cNvPr id="141" name="Google Shape;141;p15"/>
          <p:cNvSpPr txBox="1"/>
          <p:nvPr>
            <p:ph idx="6" type="body"/>
          </p:nvPr>
        </p:nvSpPr>
        <p:spPr>
          <a:xfrm>
            <a:off x="4587108" y="1118731"/>
            <a:ext cx="1963226" cy="339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1000"/>
              <a:buFont typeface="Arial"/>
              <a:buNone/>
            </a:pPr>
            <a:r>
              <a:rPr lang="en-US" sz="1000"/>
              <a:t>Consensus themes: Pricing power hinges on data gravity and workflow integration; thin UI layers are most exposed. Monetisation must shift to usage/outcomes with guardrails (credits/tokens). Investors reward visible AI revenue and path to margin durability while penalizing reliance on effort‑based billing.[</a:t>
            </a:r>
            <a:r>
              <a:rPr lang="en-US" sz="1000" u="sng">
                <a:solidFill>
                  <a:schemeClr val="hlink"/>
                </a:solidFill>
                <a:hlinkClick r:id="rId13"/>
              </a:rPr>
              <a:t>21</a:t>
            </a:r>
            <a:r>
              <a:rPr lang="en-US" sz="1000"/>
              <a:t>] Watch ARPU trends, GM impact from inference, and consolidation toward broad platforms.</a:t>
            </a:r>
            <a:endParaRPr sz="1000"/>
          </a:p>
        </p:txBody>
      </p:sp>
      <p:sp>
        <p:nvSpPr>
          <p:cNvPr id="142" name="Google Shape;142;p15"/>
          <p:cNvSpPr txBox="1"/>
          <p:nvPr>
            <p:ph idx="7" type="body"/>
          </p:nvPr>
        </p:nvSpPr>
        <p:spPr>
          <a:xfrm>
            <a:off x="4587107" y="735631"/>
            <a:ext cx="1963229" cy="383103"/>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accent2"/>
              </a:buClr>
              <a:buSzPts val="1000"/>
              <a:buFont typeface="Arial"/>
              <a:buNone/>
            </a:pPr>
            <a:r>
              <a:rPr lang="en-US" sz="1000">
                <a:solidFill>
                  <a:schemeClr val="accent2"/>
                </a:solidFill>
              </a:rPr>
              <a:t>Consensus themes</a:t>
            </a:r>
            <a:endParaRPr sz="1000">
              <a:solidFill>
                <a:schemeClr val="accent2"/>
              </a:solidFill>
            </a:endParaRPr>
          </a:p>
        </p:txBody>
      </p:sp>
      <p:sp>
        <p:nvSpPr>
          <p:cNvPr id="143" name="Google Shape;143;p15"/>
          <p:cNvSpPr txBox="1"/>
          <p:nvPr>
            <p:ph idx="8" type="body"/>
          </p:nvPr>
        </p:nvSpPr>
        <p:spPr>
          <a:xfrm>
            <a:off x="6794190" y="1095829"/>
            <a:ext cx="1963226" cy="339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1000"/>
              <a:buFont typeface="Arial"/>
              <a:buNone/>
            </a:pPr>
            <a:r>
              <a:rPr lang="en-US" sz="1000"/>
              <a:t>Key broker/expert highlights: TBR—agentic AI budgets accelerating and consolidation favoring platforms.[</a:t>
            </a:r>
            <a:r>
              <a:rPr lang="en-US" sz="1000" u="sng">
                <a:solidFill>
                  <a:schemeClr val="hlink"/>
                </a:solidFill>
                <a:hlinkClick r:id="rId14"/>
              </a:rPr>
              <a:t>41</a:t>
            </a:r>
            <a:r>
              <a:rPr lang="en-US" sz="1000"/>
              <a:t>] ISG—SaaS ACV $19.3B in 2025, +16% YoY.[</a:t>
            </a:r>
            <a:r>
              <a:rPr lang="en-US" sz="1000" u="sng">
                <a:solidFill>
                  <a:schemeClr val="hlink"/>
                </a:solidFill>
                <a:hlinkClick r:id="rId15"/>
              </a:rPr>
              <a:t>10</a:t>
            </a:r>
            <a:r>
              <a:rPr lang="en-US" sz="1000"/>
              <a:t>] Zuora—78% pricing beyond users.[</a:t>
            </a:r>
            <a:r>
              <a:rPr lang="en-US" sz="1000" u="sng">
                <a:solidFill>
                  <a:schemeClr val="hlink"/>
                </a:solidFill>
                <a:hlinkClick r:id="rId16"/>
              </a:rPr>
              <a:t>24</a:t>
            </a:r>
            <a:r>
              <a:rPr lang="en-US" sz="1000"/>
              <a:t>] Tropic—AI‑native spend +94% YoY;[</a:t>
            </a:r>
            <a:r>
              <a:rPr lang="en-US" sz="1000" u="sng">
                <a:solidFill>
                  <a:schemeClr val="hlink"/>
                </a:solidFill>
                <a:hlinkClick r:id="rId17"/>
              </a:rPr>
              <a:t>42</a:t>
            </a:r>
            <a:r>
              <a:rPr lang="en-US" sz="1000"/>
              <a:t>] Zylo—AI‑native in large enterprises +393%.[</a:t>
            </a:r>
            <a:r>
              <a:rPr lang="en-US" sz="1000" u="sng">
                <a:solidFill>
                  <a:schemeClr val="hlink"/>
                </a:solidFill>
                <a:hlinkClick r:id="rId18"/>
              </a:rPr>
              <a:t>41</a:t>
            </a:r>
            <a:r>
              <a:rPr lang="en-US" sz="1000"/>
              <a:t>] Clearwater GM 78.5%; Coveo product GM 81%.[</a:t>
            </a:r>
            <a:r>
              <a:rPr lang="en-US" sz="1000" u="sng">
                <a:solidFill>
                  <a:schemeClr val="hlink"/>
                </a:solidFill>
                <a:hlinkClick r:id="rId19"/>
              </a:rPr>
              <a:t>32</a:t>
            </a:r>
            <a:r>
              <a:rPr lang="en-US" sz="1000"/>
              <a:t>] Valuation reset: median EV/NTM to 4.6x (‑16%), top quartile 7.7x (‑15%).[</a:t>
            </a:r>
            <a:r>
              <a:rPr lang="en-US" sz="1000" u="sng">
                <a:solidFill>
                  <a:schemeClr val="hlink"/>
                </a:solidFill>
                <a:hlinkClick r:id="rId20"/>
              </a:rPr>
              <a:t>2</a:t>
            </a:r>
            <a:r>
              <a:rPr lang="en-US" sz="1000"/>
              <a:t>]</a:t>
            </a:r>
            <a:endParaRPr sz="1000"/>
          </a:p>
        </p:txBody>
      </p:sp>
      <p:sp>
        <p:nvSpPr>
          <p:cNvPr id="144" name="Google Shape;144;p15"/>
          <p:cNvSpPr txBox="1"/>
          <p:nvPr>
            <p:ph idx="1" type="body"/>
          </p:nvPr>
        </p:nvSpPr>
        <p:spPr>
          <a:xfrm>
            <a:off x="7861910" y="4817326"/>
            <a:ext cx="1007771" cy="165150"/>
          </a:xfrm>
          <a:prstGeom prst="rect">
            <a:avLst/>
          </a:prstGeom>
          <a:noFill/>
          <a:ln>
            <a:noFill/>
          </a:ln>
        </p:spPr>
        <p:txBody>
          <a:bodyPr anchorCtr="0" anchor="t" bIns="45700" lIns="45700" spcFirstLastPara="1" rIns="45700" wrap="square" tIns="45700">
            <a:noAutofit/>
          </a:bodyPr>
          <a:lstStyle/>
          <a:p>
            <a:pPr indent="0" lvl="0" marL="0" rtl="0" algn="r">
              <a:lnSpc>
                <a:spcPct val="80000"/>
              </a:lnSpc>
              <a:spcBef>
                <a:spcPts val="0"/>
              </a:spcBef>
              <a:spcAft>
                <a:spcPts val="0"/>
              </a:spcAft>
              <a:buClr>
                <a:srgbClr val="393939"/>
              </a:buClr>
              <a:buSzPts val="555"/>
              <a:buFont typeface="Arial"/>
              <a:buNone/>
            </a:pPr>
            <a:r>
              <a:rPr lang="en-US"/>
              <a:t>February 19, 2026</a:t>
            </a:r>
            <a:endParaRPr/>
          </a:p>
        </p:txBody>
      </p:sp>
      <p:sp>
        <p:nvSpPr>
          <p:cNvPr id="145" name="Google Shape;145;p15"/>
          <p:cNvSpPr txBox="1"/>
          <p:nvPr/>
        </p:nvSpPr>
        <p:spPr>
          <a:xfrm>
            <a:off x="6794187" y="727778"/>
            <a:ext cx="1963229" cy="38310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2"/>
              </a:buClr>
              <a:buSzPts val="1000"/>
              <a:buFont typeface="Arial"/>
              <a:buNone/>
            </a:pPr>
            <a:r>
              <a:rPr lang="en-US" sz="1000">
                <a:solidFill>
                  <a:schemeClr val="accent2"/>
                </a:solidFill>
              </a:rPr>
              <a:t>Broker/Expert highlights</a:t>
            </a:r>
            <a:endParaRPr sz="1000">
              <a:solidFill>
                <a:schemeClr val="accent2"/>
              </a:solidFill>
            </a:endParaRPr>
          </a:p>
        </p:txBody>
      </p:sp>
    </p:spTree>
  </p:cSld>
  <p:clrMapOvr>
    <a:masterClrMapping/>
  </p:clrMapOvr>
</p:sld>
</file>

<file path=ppt/slides/slide6.xml><?xml version="1.0" encoding="utf-8"?>
<p:sld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1" name="Title 1"/>
          <p:cNvSpPr txBox="1">
            <a:spLocks noGrp="1"/>
          </p:cNvSpPr>
          <p:nvPr>
            <p:ph type="title"/>
          </p:nvPr>
        </p:nvSpPr>
        <p:spPr>
          <a:xfrm>
            <a:off x="228599" y="200507"/>
            <a:ext cx="8632904" cy="383102"/>
          </a:xfrm>
          <a:prstGeom prst="rect">
            <a:avLst/>
          </a:prstGeom>
        </p:spPr>
        <p:txBody>
          <a:bodyPr>
            <a:normAutofit/>
          </a:bodyPr>
          <a:lstStyle>
            <a:lvl0pPr marL="0" indent="0" algn="l"/>
          </a:lstStyle>
          <a:p>
            <a:pPr algn="l" marL="0" indent="0"/>
            <a:r>
              <a:rPr sz="1800" dirty="0"/>
              <a:t>Legal Notices</a:t>
            </a:r>
          </a:p>
        </p:txBody>
      </p:sp>
      <p:sp>
        <p:nvSpPr>
          <p:cNvPr id="152" name="Text Placeholder 2"/>
          <p:cNvSpPr txBox="1">
            <a:spLocks noGrp="1"/>
          </p:cNvSpPr>
          <p:nvPr>
            <p:ph type="body" idx="1"/>
          </p:nvPr>
        </p:nvSpPr>
        <p:spPr>
          <a:xfrm>
            <a:off x="228600" y="727708"/>
            <a:ext cx="8632825" cy="3595689"/>
          </a:xfrm>
          <a:prstGeom prst="rect">
            <a:avLst/>
          </a:prstGeom>
        </p:spPr>
        <p:txBody>
          <a:bodyPr>
            <a:normAutofit/>
          </a:bodyPr>
          <a:lstStyle>
            <a:lvl0pPr marL="0" indent="0" algn="l"/>
          </a:lstStyle>
          <a:p>
            <a:pPr algn="l" marL="0" indent="0"/>
            <a:r>
              <a:rPr lang="en-US" sz="1000" dirty="0"/>
              <a:t>This content was generated using AI and may contain errors, ambiguities, or outdated information. </a:t>
            </a:r>
            <a:r>
              <a:rPr lang="en-US" sz="1000" dirty="0" err="1"/>
              <a:t>AlphaSense</a:t>
            </a:r>
            <a:r>
              <a:rPr lang="en-US" sz="1000" dirty="0"/>
              <a:t> does not guarantee the accuracy or completeness of this content. Users assume full responsibility for any use of or reliance upon any content contained in the service. Users should independently validate all information before using or relying on it. </a:t>
            </a:r>
          </a:p>
          <a:p>
            <a:pPr algn="l" marL="0" indent="0"/>
            <a:r>
              <a:rPr lang="en-US" sz="1000" dirty="0"/>
              <a:t>This content does not reflect the views or opinions of </a:t>
            </a:r>
            <a:r>
              <a:rPr lang="en-US" sz="1000" dirty="0" err="1"/>
              <a:t>AlphaSense</a:t>
            </a:r>
            <a:r>
              <a:rPr lang="en-US" sz="1000" dirty="0"/>
              <a:t> or any of its personnel and does not constitute legal, investment, or other professional advice. This content is proprietary and protected under copyright and other intellectual property laws. No part of this content may be used in connection with any language models or generative AI systems outside of </a:t>
            </a:r>
            <a:r>
              <a:rPr lang="en-US" sz="1000" dirty="0" err="1"/>
              <a:t>AlphaSense</a:t>
            </a:r>
            <a:r>
              <a:rPr lang="en-US" sz="1000" dirty="0"/>
              <a:t>. </a:t>
            </a:r>
          </a:p>
          <a:p>
            <a:pPr algn="l" marL="0" indent="0"/>
            <a:r>
              <a:rPr lang="en-US" sz="1000" dirty="0"/>
              <a:t>Any unauthorized use, including but not limited to the training or fine-tuning of any language models or other AI models, is strictly prohibited.</a:t>
            </a:r>
            <a:endParaRPr sz="1000" dirty="0"/>
          </a:p>
        </p:txBody>
      </p:sp>
    </p:spTree>
  </p:cSld>
  <p:clrMapOvr>
    <a:masterClrMapping/>
  </p:clrMapOvr>
  <p:transition spd="med"/>
</p:sld>
</file>

<file path=ppt/theme/theme1.xml><?xml version="1.0" encoding="utf-8"?>
<a:theme xmlns:a="http://schemas.openxmlformats.org/drawingml/2006/main" xmlns:r="http://schemas.openxmlformats.org/officeDocument/2006/relationships" name="AlphaSense">
  <a:themeElements>
    <a:clrScheme name="AlphaSense">
      <a:dk1>
        <a:srgbClr val="000000"/>
      </a:dk1>
      <a:lt1>
        <a:srgbClr val="FFFFFF"/>
      </a:lt1>
      <a:dk2>
        <a:srgbClr val="A7A7A7"/>
      </a:dk2>
      <a:lt2>
        <a:srgbClr val="535353"/>
      </a:lt2>
      <a:accent1>
        <a:srgbClr val="CCD9FF"/>
      </a:accent1>
      <a:accent2>
        <a:srgbClr val="3366FF"/>
      </a:accent2>
      <a:accent3>
        <a:srgbClr val="062EA9"/>
      </a:accent3>
      <a:accent4>
        <a:srgbClr val="0D1C54"/>
      </a:accent4>
      <a:accent5>
        <a:srgbClr val="D6DCD2"/>
      </a:accent5>
      <a:accent6>
        <a:srgbClr val="FFFF52"/>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lphaSense">
  <a:themeElements>
    <a:clrScheme name="AlphaSense">
      <a:dk1>
        <a:srgbClr val="101329"/>
      </a:dk1>
      <a:lt1>
        <a:srgbClr val="FFFFFF"/>
      </a:lt1>
      <a:dk2>
        <a:srgbClr val="A7A7A7"/>
      </a:dk2>
      <a:lt2>
        <a:srgbClr val="535353"/>
      </a:lt2>
      <a:accent1>
        <a:srgbClr val="CCD9FF"/>
      </a:accent1>
      <a:accent2>
        <a:srgbClr val="3366FF"/>
      </a:accent2>
      <a:accent3>
        <a:srgbClr val="062EA9"/>
      </a:accent3>
      <a:accent4>
        <a:srgbClr val="0D1C54"/>
      </a:accent4>
      <a:accent5>
        <a:srgbClr val="D6DCD2"/>
      </a:accent5>
      <a:accent6>
        <a:srgbClr val="FFFF52"/>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