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4931" r:id="rId5"/>
    <p:sldId id="4932" r:id="rId6"/>
    <p:sldId id="5268" r:id="rId7"/>
    <p:sldId id="4543" r:id="rId8"/>
    <p:sldId id="4917" r:id="rId9"/>
    <p:sldId id="4919" r:id="rId10"/>
    <p:sldId id="4611" r:id="rId11"/>
    <p:sldId id="4918" r:id="rId12"/>
    <p:sldId id="4609" r:id="rId13"/>
    <p:sldId id="5267" r:id="rId14"/>
    <p:sldId id="4612" r:id="rId15"/>
    <p:sldId id="4616" r:id="rId16"/>
  </p:sldIdLst>
  <p:sldSz cx="9144000" cy="5145088"/>
  <p:notesSz cx="6794500" cy="9931400"/>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AB6C93-6079-4A38-9315-794DF6BA5705}">
          <p14:sldIdLst>
            <p14:sldId id="4931"/>
            <p14:sldId id="4932"/>
            <p14:sldId id="5268"/>
            <p14:sldId id="4543"/>
            <p14:sldId id="4917"/>
            <p14:sldId id="4919"/>
            <p14:sldId id="4611"/>
            <p14:sldId id="4918"/>
            <p14:sldId id="4609"/>
            <p14:sldId id="5267"/>
            <p14:sldId id="4612"/>
            <p14:sldId id="461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n Cutting" initials="MC" lastIdx="1" clrIdx="0">
    <p:extLst>
      <p:ext uri="{19B8F6BF-5375-455C-9EA6-DF929625EA0E}">
        <p15:presenceInfo xmlns:p15="http://schemas.microsoft.com/office/powerpoint/2012/main" userId="S-1-5-21-1837572585-1981189492-70970680-580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D2A2B"/>
    <a:srgbClr val="D86162"/>
    <a:srgbClr val="C34445"/>
    <a:srgbClr val="8F1719"/>
    <a:srgbClr val="830F10"/>
    <a:srgbClr val="A85858"/>
    <a:srgbClr val="929292"/>
    <a:srgbClr val="D25051"/>
    <a:srgbClr val="C64243"/>
    <a:srgbClr val="0AD2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18F090-34EE-4F65-A79B-39B76BFFF4A4}" v="1" dt="2026-03-03T14:28:24.862"/>
  </p1510:revLst>
</p1510:revInfo>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7" autoAdjust="0"/>
    <p:restoredTop sz="94801"/>
  </p:normalViewPr>
  <p:slideViewPr>
    <p:cSldViewPr snapToGrid="0">
      <p:cViewPr varScale="1">
        <p:scale>
          <a:sx n="138" d="100"/>
          <a:sy n="138" d="100"/>
        </p:scale>
        <p:origin x="246" y="33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aynar" userId="0d4c2737-617f-4ea0-a0b0-a93ebb4228c4" providerId="ADAL" clId="{D5B74367-37DD-42A9-9368-EDF8106C3B17}"/>
    <pc:docChg chg="addSld modSld">
      <pc:chgData name="William Raynar" userId="0d4c2737-617f-4ea0-a0b0-a93ebb4228c4" providerId="ADAL" clId="{D5B74367-37DD-42A9-9368-EDF8106C3B17}" dt="2026-03-03T14:28:24.859" v="0"/>
      <pc:docMkLst>
        <pc:docMk/>
      </pc:docMkLst>
      <pc:sldChg chg="add">
        <pc:chgData name="William Raynar" userId="0d4c2737-617f-4ea0-a0b0-a93ebb4228c4" providerId="ADAL" clId="{D5B74367-37DD-42A9-9368-EDF8106C3B17}" dt="2026-03-03T14:28:24.859" v="0"/>
        <pc:sldMkLst>
          <pc:docMk/>
          <pc:sldMk cId="698235541" sldId="526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F5951A-8549-443C-96E5-48F7ECA102DD}"/>
              </a:ext>
            </a:extLst>
          </p:cNvPr>
          <p:cNvSpPr>
            <a:spLocks noGrp="1"/>
          </p:cNvSpPr>
          <p:nvPr>
            <p:ph type="hdr" sz="quarter"/>
          </p:nvPr>
        </p:nvSpPr>
        <p:spPr>
          <a:xfrm>
            <a:off x="0" y="0"/>
            <a:ext cx="2944813" cy="498475"/>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FC205CC-4DCD-4ABA-BDAA-1AFE962C4A79}"/>
              </a:ext>
            </a:extLst>
          </p:cNvPr>
          <p:cNvSpPr>
            <a:spLocks noGrp="1"/>
          </p:cNvSpPr>
          <p:nvPr>
            <p:ph type="dt" sz="quarter" idx="1"/>
          </p:nvPr>
        </p:nvSpPr>
        <p:spPr>
          <a:xfrm>
            <a:off x="3848100" y="0"/>
            <a:ext cx="2944813" cy="498475"/>
          </a:xfrm>
          <a:prstGeom prst="rect">
            <a:avLst/>
          </a:prstGeom>
        </p:spPr>
        <p:txBody>
          <a:bodyPr vert="horz" lIns="91440" tIns="45720" rIns="91440" bIns="45720" rtlCol="0"/>
          <a:lstStyle>
            <a:lvl1pPr algn="r">
              <a:defRPr sz="1200"/>
            </a:lvl1pPr>
          </a:lstStyle>
          <a:p>
            <a:fld id="{8C469FEC-A40E-4A78-8153-E11CC590582E}" type="datetimeFigureOut">
              <a:rPr lang="en-GB" smtClean="0"/>
              <a:t>03/03/2026</a:t>
            </a:fld>
            <a:endParaRPr lang="en-GB"/>
          </a:p>
        </p:txBody>
      </p:sp>
      <p:sp>
        <p:nvSpPr>
          <p:cNvPr id="4" name="Footer Placeholder 3">
            <a:extLst>
              <a:ext uri="{FF2B5EF4-FFF2-40B4-BE49-F238E27FC236}">
                <a16:creationId xmlns:a16="http://schemas.microsoft.com/office/drawing/2014/main" id="{6A041E4C-4802-43DC-A11A-DDAA5878D241}"/>
              </a:ext>
            </a:extLst>
          </p:cNvPr>
          <p:cNvSpPr>
            <a:spLocks noGrp="1"/>
          </p:cNvSpPr>
          <p:nvPr>
            <p:ph type="ftr" sz="quarter" idx="2"/>
          </p:nvPr>
        </p:nvSpPr>
        <p:spPr>
          <a:xfrm>
            <a:off x="0" y="9432925"/>
            <a:ext cx="2944813" cy="49847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77C61852-9E60-4B9C-B018-0FDC05235F90}"/>
              </a:ext>
            </a:extLst>
          </p:cNvPr>
          <p:cNvSpPr>
            <a:spLocks noGrp="1"/>
          </p:cNvSpPr>
          <p:nvPr>
            <p:ph type="sldNum" sz="quarter" idx="3"/>
          </p:nvPr>
        </p:nvSpPr>
        <p:spPr>
          <a:xfrm>
            <a:off x="3848100" y="9432925"/>
            <a:ext cx="2944813" cy="498475"/>
          </a:xfrm>
          <a:prstGeom prst="rect">
            <a:avLst/>
          </a:prstGeom>
        </p:spPr>
        <p:txBody>
          <a:bodyPr vert="horz" lIns="91440" tIns="45720" rIns="91440" bIns="45720" rtlCol="0" anchor="b"/>
          <a:lstStyle>
            <a:lvl1pPr algn="r">
              <a:defRPr sz="1200"/>
            </a:lvl1pPr>
          </a:lstStyle>
          <a:p>
            <a:fld id="{9808E040-10F5-4F60-95B5-7FC1010BC113}" type="slidenum">
              <a:rPr lang="en-GB" smtClean="0"/>
              <a:t>‹#›</a:t>
            </a:fld>
            <a:endParaRPr lang="en-GB"/>
          </a:p>
        </p:txBody>
      </p:sp>
    </p:spTree>
    <p:extLst>
      <p:ext uri="{BB962C8B-B14F-4D97-AF65-F5344CB8AC3E}">
        <p14:creationId xmlns:p14="http://schemas.microsoft.com/office/powerpoint/2010/main" val="18123677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4283" cy="49829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8646" y="1"/>
            <a:ext cx="2944283" cy="498295"/>
          </a:xfrm>
          <a:prstGeom prst="rect">
            <a:avLst/>
          </a:prstGeom>
        </p:spPr>
        <p:txBody>
          <a:bodyPr vert="horz" lIns="91440" tIns="45720" rIns="91440" bIns="45720" rtlCol="0"/>
          <a:lstStyle>
            <a:lvl1pPr algn="r">
              <a:defRPr sz="1200"/>
            </a:lvl1pPr>
          </a:lstStyle>
          <a:p>
            <a:fld id="{B3395B23-D393-4AD4-BAF6-277E16AAD570}" type="datetimeFigureOut">
              <a:rPr lang="en-US" smtClean="0"/>
              <a:t>3/3/2026</a:t>
            </a:fld>
            <a:endParaRPr lang="en-US"/>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9487"/>
            <a:ext cx="5435600" cy="391048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8646" y="9433107"/>
            <a:ext cx="2944283" cy="498294"/>
          </a:xfrm>
          <a:prstGeom prst="rect">
            <a:avLst/>
          </a:prstGeom>
        </p:spPr>
        <p:txBody>
          <a:bodyPr vert="horz" lIns="91440" tIns="45720" rIns="91440" bIns="45720" rtlCol="0" anchor="b"/>
          <a:lstStyle>
            <a:lvl1pPr algn="r">
              <a:defRPr sz="1200"/>
            </a:lvl1pPr>
          </a:lstStyle>
          <a:p>
            <a:fld id="{199F110E-17B6-4D0F-9838-5D394A8B50E9}" type="slidenum">
              <a:rPr lang="en-US" smtClean="0"/>
              <a:t>‹#›</a:t>
            </a:fld>
            <a:endParaRPr lang="en-US"/>
          </a:p>
        </p:txBody>
      </p:sp>
    </p:spTree>
    <p:extLst>
      <p:ext uri="{BB962C8B-B14F-4D97-AF65-F5344CB8AC3E}">
        <p14:creationId xmlns:p14="http://schemas.microsoft.com/office/powerpoint/2010/main" val="1814176443"/>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99F110E-17B6-4D0F-9838-5D394A8B50E9}" type="slidenum">
              <a:rPr lang="en-US" smtClean="0"/>
              <a:t>1</a:t>
            </a:fld>
            <a:endParaRPr lang="en-US"/>
          </a:p>
        </p:txBody>
      </p:sp>
    </p:spTree>
    <p:extLst>
      <p:ext uri="{BB962C8B-B14F-4D97-AF65-F5344CB8AC3E}">
        <p14:creationId xmlns:p14="http://schemas.microsoft.com/office/powerpoint/2010/main" val="680150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5B460-DA0D-ADC0-935F-7DAD2A0C1A3D}"/>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E5D37623-CB77-969E-A932-7C06B9B1EE60}"/>
              </a:ext>
            </a:extLst>
          </p:cNvPr>
          <p:cNvSpPr>
            <a:spLocks noGrp="1" noRot="1" noChangeAspect="1"/>
          </p:cNvSpPr>
          <p:nvPr>
            <p:ph type="sldImg"/>
          </p:nvPr>
        </p:nvSpPr>
        <p:spPr/>
        <p:txBody>
          <a:bodyPr/>
          <a:lstStyle/>
          <a:p>
            <a:endParaRPr lang="en-GB"/>
          </a:p>
        </p:txBody>
      </p:sp>
      <p:sp>
        <p:nvSpPr>
          <p:cNvPr id="3" name="Pladsholder til noter 2">
            <a:extLst>
              <a:ext uri="{FF2B5EF4-FFF2-40B4-BE49-F238E27FC236}">
                <a16:creationId xmlns:a16="http://schemas.microsoft.com/office/drawing/2014/main" id="{8AF6E884-DA22-093C-2FC7-CFC7F1A76F82}"/>
              </a:ext>
            </a:extLst>
          </p:cNvPr>
          <p:cNvSpPr>
            <a:spLocks noGrp="1"/>
          </p:cNvSpPr>
          <p:nvPr>
            <p:ph type="body" idx="1"/>
          </p:nvPr>
        </p:nvSpPr>
        <p:spPr/>
        <p:txBody>
          <a:bodyPr/>
          <a:lstStyle/>
          <a:p>
            <a:endParaRPr lang="en-GB" dirty="0"/>
          </a:p>
        </p:txBody>
      </p:sp>
      <p:sp>
        <p:nvSpPr>
          <p:cNvPr id="4" name="Pladsholder til slidenummer 3">
            <a:extLst>
              <a:ext uri="{FF2B5EF4-FFF2-40B4-BE49-F238E27FC236}">
                <a16:creationId xmlns:a16="http://schemas.microsoft.com/office/drawing/2014/main" id="{23606509-DD11-FCD1-59CE-98003533E6DE}"/>
              </a:ext>
            </a:extLst>
          </p:cNvPr>
          <p:cNvSpPr>
            <a:spLocks noGrp="1"/>
          </p:cNvSpPr>
          <p:nvPr>
            <p:ph type="sldNum" sz="quarter" idx="5"/>
          </p:nvPr>
        </p:nvSpPr>
        <p:spPr/>
        <p:txBody>
          <a:bodyPr/>
          <a:lstStyle/>
          <a:p>
            <a:fld id="{199F110E-17B6-4D0F-9838-5D394A8B50E9}" type="slidenum">
              <a:rPr lang="en-US" smtClean="0"/>
              <a:t>2</a:t>
            </a:fld>
            <a:endParaRPr lang="en-US"/>
          </a:p>
        </p:txBody>
      </p:sp>
    </p:spTree>
    <p:extLst>
      <p:ext uri="{BB962C8B-B14F-4D97-AF65-F5344CB8AC3E}">
        <p14:creationId xmlns:p14="http://schemas.microsoft.com/office/powerpoint/2010/main" val="3025744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088C3-7F65-A490-1A9E-2CC128CCE01E}"/>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501E1E73-B3CF-3703-3DA4-C087F39A9D3D}"/>
              </a:ext>
            </a:extLst>
          </p:cNvPr>
          <p:cNvSpPr>
            <a:spLocks noGrp="1" noRot="1" noChangeAspect="1"/>
          </p:cNvSpPr>
          <p:nvPr>
            <p:ph type="sldImg"/>
          </p:nvPr>
        </p:nvSpPr>
        <p:spPr/>
        <p:txBody>
          <a:bodyPr/>
          <a:lstStyle/>
          <a:p>
            <a:endParaRPr lang="en-GB"/>
          </a:p>
        </p:txBody>
      </p:sp>
      <p:sp>
        <p:nvSpPr>
          <p:cNvPr id="3" name="Pladsholder til noter 2">
            <a:extLst>
              <a:ext uri="{FF2B5EF4-FFF2-40B4-BE49-F238E27FC236}">
                <a16:creationId xmlns:a16="http://schemas.microsoft.com/office/drawing/2014/main" id="{599A7C3F-FCBE-4CCB-5027-310452E2A9CB}"/>
              </a:ext>
            </a:extLst>
          </p:cNvPr>
          <p:cNvSpPr>
            <a:spLocks noGrp="1"/>
          </p:cNvSpPr>
          <p:nvPr>
            <p:ph type="body" idx="1"/>
          </p:nvPr>
        </p:nvSpPr>
        <p:spPr/>
        <p:txBody>
          <a:bodyPr/>
          <a:lstStyle/>
          <a:p>
            <a:endParaRPr lang="en-GB" dirty="0"/>
          </a:p>
        </p:txBody>
      </p:sp>
      <p:sp>
        <p:nvSpPr>
          <p:cNvPr id="4" name="Pladsholder til slidenummer 3">
            <a:extLst>
              <a:ext uri="{FF2B5EF4-FFF2-40B4-BE49-F238E27FC236}">
                <a16:creationId xmlns:a16="http://schemas.microsoft.com/office/drawing/2014/main" id="{343E0985-243D-3754-3B37-0E511E0B913D}"/>
              </a:ext>
            </a:extLst>
          </p:cNvPr>
          <p:cNvSpPr>
            <a:spLocks noGrp="1"/>
          </p:cNvSpPr>
          <p:nvPr>
            <p:ph type="sldNum" sz="quarter" idx="5"/>
          </p:nvPr>
        </p:nvSpPr>
        <p:spPr/>
        <p:txBody>
          <a:bodyPr/>
          <a:lstStyle/>
          <a:p>
            <a:fld id="{199F110E-17B6-4D0F-9838-5D394A8B50E9}" type="slidenum">
              <a:rPr lang="en-US" smtClean="0"/>
              <a:t>3</a:t>
            </a:fld>
            <a:endParaRPr lang="en-US"/>
          </a:p>
        </p:txBody>
      </p:sp>
    </p:spTree>
    <p:extLst>
      <p:ext uri="{BB962C8B-B14F-4D97-AF65-F5344CB8AC3E}">
        <p14:creationId xmlns:p14="http://schemas.microsoft.com/office/powerpoint/2010/main" val="2914981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99F110E-17B6-4D0F-9838-5D394A8B50E9}" type="slidenum">
              <a:rPr lang="en-US" smtClean="0"/>
              <a:t>8</a:t>
            </a:fld>
            <a:endParaRPr lang="en-US"/>
          </a:p>
        </p:txBody>
      </p:sp>
    </p:spTree>
    <p:extLst>
      <p:ext uri="{BB962C8B-B14F-4D97-AF65-F5344CB8AC3E}">
        <p14:creationId xmlns:p14="http://schemas.microsoft.com/office/powerpoint/2010/main" val="3802026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sicSidebar1">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C14F8B04-1F0E-F24A-E28E-92EB93FFB065}"/>
              </a:ext>
            </a:extLst>
          </p:cNvPr>
          <p:cNvSpPr/>
          <p:nvPr userDrawn="1"/>
        </p:nvSpPr>
        <p:spPr>
          <a:xfrm>
            <a:off x="119301" y="112693"/>
            <a:ext cx="2939809" cy="491970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 name="Lige forbindelse 2">
            <a:extLst>
              <a:ext uri="{FF2B5EF4-FFF2-40B4-BE49-F238E27FC236}">
                <a16:creationId xmlns:a16="http://schemas.microsoft.com/office/drawing/2014/main" id="{F45EEDD5-6AD6-DDD9-58A6-B072E6A4F60A}"/>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 name="Lige forbindelse 3">
            <a:extLst>
              <a:ext uri="{FF2B5EF4-FFF2-40B4-BE49-F238E27FC236}">
                <a16:creationId xmlns:a16="http://schemas.microsoft.com/office/drawing/2014/main" id="{3A484CB1-203C-B950-1CC8-BCA57BE27264}"/>
              </a:ext>
            </a:extLst>
          </p:cNvPr>
          <p:cNvCxnSpPr>
            <a:cxnSpLocks/>
          </p:cNvCxnSpPr>
          <p:nvPr userDrawn="1"/>
        </p:nvCxnSpPr>
        <p:spPr>
          <a:xfrm>
            <a:off x="330590"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8" name="Rektangel 7">
            <a:extLst>
              <a:ext uri="{FF2B5EF4-FFF2-40B4-BE49-F238E27FC236}">
                <a16:creationId xmlns:a16="http://schemas.microsoft.com/office/drawing/2014/main" id="{7262EB12-97ED-C0FC-88AE-C4E48EB2320C}"/>
              </a:ext>
            </a:extLst>
          </p:cNvPr>
          <p:cNvSpPr/>
          <p:nvPr userDrawn="1"/>
        </p:nvSpPr>
        <p:spPr>
          <a:xfrm>
            <a:off x="8243888" y="4773218"/>
            <a:ext cx="608693" cy="13413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lnSpc>
                <a:spcPct val="150000"/>
              </a:lnSpc>
              <a:spcAft>
                <a:spcPts val="300"/>
              </a:spcAft>
            </a:pPr>
            <a:fld id="{8E55B6A2-CB02-CA4B-BFAB-9CA1BAE09F05}" type="slidenum">
              <a:rPr lang="en-GB" sz="700" spc="200" smtClean="0">
                <a:solidFill>
                  <a:schemeClr val="accent6"/>
                </a:solidFill>
                <a:latin typeface="PP Eiko Light" pitchFamily="2" charset="-128"/>
                <a:ea typeface="PP Eiko Light" pitchFamily="2" charset="-128"/>
                <a:cs typeface="Arial" panose="020B0604020202020204" pitchFamily="34" charset="0"/>
              </a:rPr>
              <a:t>‹#›</a:t>
            </a:fld>
            <a:endParaRPr lang="en-GB" sz="700" spc="200">
              <a:solidFill>
                <a:schemeClr val="accent6"/>
              </a:solidFill>
              <a:latin typeface="PP Eiko Light" pitchFamily="2" charset="-128"/>
              <a:ea typeface="PP Eiko Light" pitchFamily="2" charset="-128"/>
              <a:cs typeface="Arial" panose="020B0604020202020204" pitchFamily="34" charset="0"/>
            </a:endParaRPr>
          </a:p>
        </p:txBody>
      </p:sp>
    </p:spTree>
    <p:extLst>
      <p:ext uri="{BB962C8B-B14F-4D97-AF65-F5344CB8AC3E}">
        <p14:creationId xmlns:p14="http://schemas.microsoft.com/office/powerpoint/2010/main" val="30003770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Topbar1">
    <p:spTree>
      <p:nvGrpSpPr>
        <p:cNvPr id="1" name=""/>
        <p:cNvGrpSpPr/>
        <p:nvPr/>
      </p:nvGrpSpPr>
      <p:grpSpPr>
        <a:xfrm>
          <a:off x="0" y="0"/>
          <a:ext cx="0" cy="0"/>
          <a:chOff x="0" y="0"/>
          <a:chExt cx="0" cy="0"/>
        </a:xfrm>
      </p:grpSpPr>
      <p:sp>
        <p:nvSpPr>
          <p:cNvPr id="2" name="Rektangel 2">
            <a:extLst>
              <a:ext uri="{FF2B5EF4-FFF2-40B4-BE49-F238E27FC236}">
                <a16:creationId xmlns:a16="http://schemas.microsoft.com/office/drawing/2014/main" id="{0058D117-570A-AD3B-A16B-3B03FAE0A704}"/>
              </a:ext>
            </a:extLst>
          </p:cNvPr>
          <p:cNvSpPr/>
          <p:nvPr userDrawn="1"/>
        </p:nvSpPr>
        <p:spPr>
          <a:xfrm>
            <a:off x="119301" y="112692"/>
            <a:ext cx="8905398" cy="1481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 name="Lige forbindelse 3">
            <a:extLst>
              <a:ext uri="{FF2B5EF4-FFF2-40B4-BE49-F238E27FC236}">
                <a16:creationId xmlns:a16="http://schemas.microsoft.com/office/drawing/2014/main" id="{C092BCD2-5C0E-497A-0B11-F8C202F1AA0F}"/>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5" name="Rektangel 4">
            <a:extLst>
              <a:ext uri="{FF2B5EF4-FFF2-40B4-BE49-F238E27FC236}">
                <a16:creationId xmlns:a16="http://schemas.microsoft.com/office/drawing/2014/main" id="{BB98B3C1-CBFD-0213-E94B-4CF619A20EB2}"/>
              </a:ext>
            </a:extLst>
          </p:cNvPr>
          <p:cNvSpPr/>
          <p:nvPr userDrawn="1"/>
        </p:nvSpPr>
        <p:spPr>
          <a:xfrm>
            <a:off x="8243888" y="4773218"/>
            <a:ext cx="608693" cy="13413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lnSpc>
                <a:spcPct val="150000"/>
              </a:lnSpc>
              <a:spcAft>
                <a:spcPts val="300"/>
              </a:spcAft>
            </a:pPr>
            <a:fld id="{8E55B6A2-CB02-CA4B-BFAB-9CA1BAE09F05}" type="slidenum">
              <a:rPr lang="en-GB" sz="700" spc="200" smtClean="0">
                <a:solidFill>
                  <a:schemeClr val="accent6"/>
                </a:solidFill>
                <a:latin typeface="PP Eiko Light" pitchFamily="2" charset="-128"/>
                <a:ea typeface="PP Eiko Light" pitchFamily="2" charset="-128"/>
                <a:cs typeface="Arial" panose="020B0604020202020204" pitchFamily="34" charset="0"/>
              </a:rPr>
              <a:t>‹#›</a:t>
            </a:fld>
            <a:endParaRPr lang="en-GB" sz="700" spc="200">
              <a:solidFill>
                <a:schemeClr val="accent6"/>
              </a:solidFill>
              <a:latin typeface="PP Eiko Light" pitchFamily="2" charset="-128"/>
              <a:ea typeface="PP Eiko Light" pitchFamily="2" charset="-128"/>
              <a:cs typeface="Arial" panose="020B0604020202020204" pitchFamily="34" charset="0"/>
            </a:endParaRPr>
          </a:p>
        </p:txBody>
      </p:sp>
      <p:cxnSp>
        <p:nvCxnSpPr>
          <p:cNvPr id="6" name="Lige forbindelse 5">
            <a:extLst>
              <a:ext uri="{FF2B5EF4-FFF2-40B4-BE49-F238E27FC236}">
                <a16:creationId xmlns:a16="http://schemas.microsoft.com/office/drawing/2014/main" id="{6F084544-D4BD-5CDE-D3DD-87E6D80D135B}"/>
              </a:ext>
            </a:extLst>
          </p:cNvPr>
          <p:cNvCxnSpPr>
            <a:cxnSpLocks/>
          </p:cNvCxnSpPr>
          <p:nvPr userDrawn="1"/>
        </p:nvCxnSpPr>
        <p:spPr>
          <a:xfrm>
            <a:off x="330590"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524473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asicPlain1">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EECB25FC-ADFC-AC50-BA28-0B684D647A2D}"/>
              </a:ext>
            </a:extLst>
          </p:cNvPr>
          <p:cNvSpPr/>
          <p:nvPr userDrawn="1"/>
        </p:nvSpPr>
        <p:spPr>
          <a:xfrm>
            <a:off x="8243888" y="4773218"/>
            <a:ext cx="608693" cy="13413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lnSpc>
                <a:spcPct val="150000"/>
              </a:lnSpc>
              <a:spcAft>
                <a:spcPts val="300"/>
              </a:spcAft>
            </a:pPr>
            <a:fld id="{8E55B6A2-CB02-CA4B-BFAB-9CA1BAE09F05}" type="slidenum">
              <a:rPr lang="en-GB" sz="700" spc="200" smtClean="0">
                <a:solidFill>
                  <a:schemeClr val="accent6"/>
                </a:solidFill>
                <a:latin typeface="PP Eiko Light" pitchFamily="2" charset="-128"/>
                <a:ea typeface="PP Eiko Light" pitchFamily="2" charset="-128"/>
                <a:cs typeface="Arial" panose="020B0604020202020204" pitchFamily="34" charset="0"/>
              </a:rPr>
              <a:t>‹#›</a:t>
            </a:fld>
            <a:endParaRPr lang="en-GB" sz="700" spc="200" dirty="0">
              <a:solidFill>
                <a:schemeClr val="accent6"/>
              </a:solidFill>
              <a:latin typeface="PP Eiko Light" pitchFamily="2" charset="-128"/>
              <a:ea typeface="PP Eiko Light" pitchFamily="2" charset="-128"/>
              <a:cs typeface="Arial" panose="020B0604020202020204" pitchFamily="34" charset="0"/>
            </a:endParaRPr>
          </a:p>
        </p:txBody>
      </p:sp>
      <p:cxnSp>
        <p:nvCxnSpPr>
          <p:cNvPr id="4" name="Lige forbindelse 2">
            <a:extLst>
              <a:ext uri="{FF2B5EF4-FFF2-40B4-BE49-F238E27FC236}">
                <a16:creationId xmlns:a16="http://schemas.microsoft.com/office/drawing/2014/main" id="{AFBF3769-C8C9-07C6-6CC7-01541FE198A1}"/>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 name="Lige forbindelse 3">
            <a:extLst>
              <a:ext uri="{FF2B5EF4-FFF2-40B4-BE49-F238E27FC236}">
                <a16:creationId xmlns:a16="http://schemas.microsoft.com/office/drawing/2014/main" id="{5BD93F9D-48CC-AD1C-B366-764468092925}"/>
              </a:ext>
            </a:extLst>
          </p:cNvPr>
          <p:cNvCxnSpPr>
            <a:cxnSpLocks/>
          </p:cNvCxnSpPr>
          <p:nvPr userDrawn="1"/>
        </p:nvCxnSpPr>
        <p:spPr>
          <a:xfrm>
            <a:off x="330590"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0635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Chapter2">
    <p:spTree>
      <p:nvGrpSpPr>
        <p:cNvPr id="1" name=""/>
        <p:cNvGrpSpPr/>
        <p:nvPr/>
      </p:nvGrpSpPr>
      <p:grpSpPr>
        <a:xfrm>
          <a:off x="0" y="0"/>
          <a:ext cx="0" cy="0"/>
          <a:chOff x="0" y="0"/>
          <a:chExt cx="0" cy="0"/>
        </a:xfrm>
      </p:grpSpPr>
      <p:cxnSp>
        <p:nvCxnSpPr>
          <p:cNvPr id="53" name="Lige forbindelse 52">
            <a:extLst>
              <a:ext uri="{FF2B5EF4-FFF2-40B4-BE49-F238E27FC236}">
                <a16:creationId xmlns:a16="http://schemas.microsoft.com/office/drawing/2014/main" id="{DA30982E-9390-85E2-6C8B-A84D37FAE9E3}"/>
              </a:ext>
            </a:extLst>
          </p:cNvPr>
          <p:cNvCxnSpPr>
            <a:cxnSpLocks/>
          </p:cNvCxnSpPr>
          <p:nvPr userDrawn="1"/>
        </p:nvCxnSpPr>
        <p:spPr>
          <a:xfrm>
            <a:off x="323850" y="1981743"/>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pic>
        <p:nvPicPr>
          <p:cNvPr id="2" name="Graphic 1">
            <a:extLst>
              <a:ext uri="{FF2B5EF4-FFF2-40B4-BE49-F238E27FC236}">
                <a16:creationId xmlns:a16="http://schemas.microsoft.com/office/drawing/2014/main" id="{55E01635-ADA6-845C-2B3C-F477E6339AD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6762" y="304800"/>
            <a:ext cx="783767" cy="493200"/>
          </a:xfrm>
          <a:prstGeom prst="rect">
            <a:avLst/>
          </a:prstGeom>
        </p:spPr>
      </p:pic>
    </p:spTree>
    <p:extLst>
      <p:ext uri="{BB962C8B-B14F-4D97-AF65-F5344CB8AC3E}">
        <p14:creationId xmlns:p14="http://schemas.microsoft.com/office/powerpoint/2010/main" val="2298916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Chapter1">
    <p:spTree>
      <p:nvGrpSpPr>
        <p:cNvPr id="1" name=""/>
        <p:cNvGrpSpPr/>
        <p:nvPr/>
      </p:nvGrpSpPr>
      <p:grpSpPr>
        <a:xfrm>
          <a:off x="0" y="0"/>
          <a:ext cx="0" cy="0"/>
          <a:chOff x="0" y="0"/>
          <a:chExt cx="0" cy="0"/>
        </a:xfrm>
      </p:grpSpPr>
      <p:sp>
        <p:nvSpPr>
          <p:cNvPr id="50" name="Rektangel 49">
            <a:extLst>
              <a:ext uri="{FF2B5EF4-FFF2-40B4-BE49-F238E27FC236}">
                <a16:creationId xmlns:a16="http://schemas.microsoft.com/office/drawing/2014/main" id="{84D316D4-7E60-03FA-4347-B15C8C4327A2}"/>
              </a:ext>
            </a:extLst>
          </p:cNvPr>
          <p:cNvSpPr/>
          <p:nvPr userDrawn="1"/>
        </p:nvSpPr>
        <p:spPr>
          <a:xfrm>
            <a:off x="0" y="-6506"/>
            <a:ext cx="9144000" cy="5151593"/>
          </a:xfrm>
          <a:prstGeom prst="rect">
            <a:avLst/>
          </a:prstGeom>
          <a:solidFill>
            <a:srgbClr val="8310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Graphic 4">
            <a:extLst>
              <a:ext uri="{FF2B5EF4-FFF2-40B4-BE49-F238E27FC236}">
                <a16:creationId xmlns:a16="http://schemas.microsoft.com/office/drawing/2014/main" id="{EE935AA9-7A48-1688-1C33-6E506B95DD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6762" y="304800"/>
            <a:ext cx="783767" cy="493200"/>
          </a:xfrm>
          <a:prstGeom prst="rect">
            <a:avLst/>
          </a:prstGeom>
        </p:spPr>
      </p:pic>
      <p:cxnSp>
        <p:nvCxnSpPr>
          <p:cNvPr id="53" name="Lige forbindelse 52">
            <a:extLst>
              <a:ext uri="{FF2B5EF4-FFF2-40B4-BE49-F238E27FC236}">
                <a16:creationId xmlns:a16="http://schemas.microsoft.com/office/drawing/2014/main" id="{DA30982E-9390-85E2-6C8B-A84D37FAE9E3}"/>
              </a:ext>
            </a:extLst>
          </p:cNvPr>
          <p:cNvCxnSpPr>
            <a:cxnSpLocks/>
          </p:cNvCxnSpPr>
          <p:nvPr userDrawn="1"/>
        </p:nvCxnSpPr>
        <p:spPr>
          <a:xfrm>
            <a:off x="323850" y="1981743"/>
            <a:ext cx="422185" cy="0"/>
          </a:xfrm>
          <a:prstGeom prst="line">
            <a:avLst/>
          </a:prstGeom>
          <a:ln w="15875">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2989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sicLogo1">
    <p:spTree>
      <p:nvGrpSpPr>
        <p:cNvPr id="1" name=""/>
        <p:cNvGrpSpPr/>
        <p:nvPr/>
      </p:nvGrpSpPr>
      <p:grpSpPr>
        <a:xfrm>
          <a:off x="0" y="0"/>
          <a:ext cx="0" cy="0"/>
          <a:chOff x="0" y="0"/>
          <a:chExt cx="0" cy="0"/>
        </a:xfrm>
      </p:grpSpPr>
      <p:sp>
        <p:nvSpPr>
          <p:cNvPr id="4" name="Rektangel 3">
            <a:extLst>
              <a:ext uri="{FF2B5EF4-FFF2-40B4-BE49-F238E27FC236}">
                <a16:creationId xmlns:a16="http://schemas.microsoft.com/office/drawing/2014/main" id="{750A868A-B74D-E7CE-FFF7-8299EE94B02F}"/>
              </a:ext>
            </a:extLst>
          </p:cNvPr>
          <p:cNvSpPr/>
          <p:nvPr userDrawn="1"/>
        </p:nvSpPr>
        <p:spPr>
          <a:xfrm>
            <a:off x="123371" y="114728"/>
            <a:ext cx="8897260" cy="4915632"/>
          </a:xfrm>
          <a:prstGeom prst="rect">
            <a:avLst/>
          </a:prstGeom>
          <a:solidFill>
            <a:srgbClr val="8310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Grafik 1">
            <a:extLst>
              <a:ext uri="{FF2B5EF4-FFF2-40B4-BE49-F238E27FC236}">
                <a16:creationId xmlns:a16="http://schemas.microsoft.com/office/drawing/2014/main" id="{D03013CF-7320-A37B-ECC8-8DA909BE233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94150" y="2216944"/>
            <a:ext cx="1155700" cy="711200"/>
          </a:xfrm>
          <a:prstGeom prst="rect">
            <a:avLst/>
          </a:prstGeom>
        </p:spPr>
      </p:pic>
      <p:sp>
        <p:nvSpPr>
          <p:cNvPr id="3" name="Rektangel 2">
            <a:extLst>
              <a:ext uri="{FF2B5EF4-FFF2-40B4-BE49-F238E27FC236}">
                <a16:creationId xmlns:a16="http://schemas.microsoft.com/office/drawing/2014/main" id="{E76B81A7-4A81-BC7E-242C-C7D423545FB2}"/>
              </a:ext>
            </a:extLst>
          </p:cNvPr>
          <p:cNvSpPr/>
          <p:nvPr userDrawn="1"/>
        </p:nvSpPr>
        <p:spPr>
          <a:xfrm>
            <a:off x="323850" y="4656204"/>
            <a:ext cx="8496300" cy="123385"/>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lnSpc>
                <a:spcPct val="87000"/>
              </a:lnSpc>
              <a:spcAft>
                <a:spcPts val="300"/>
              </a:spcAft>
            </a:pPr>
            <a:r>
              <a:rPr lang="en-GB" sz="900" dirty="0">
                <a:solidFill>
                  <a:schemeClr val="bg1"/>
                </a:solidFill>
                <a:latin typeface="Arial" panose="020B0604020202020204" pitchFamily="34" charset="0"/>
                <a:ea typeface="PP Eiko Light" pitchFamily="2" charset="-128"/>
                <a:cs typeface="Arial" panose="020B0604020202020204" pitchFamily="34" charset="0"/>
              </a:rPr>
              <a:t>C A P E C A P I T A L . C O M</a:t>
            </a:r>
            <a:endParaRPr lang="en-GB" sz="900" i="1" dirty="0">
              <a:solidFill>
                <a:schemeClr val="bg1"/>
              </a:solidFill>
              <a:latin typeface="Arial" panose="020B0604020202020204" pitchFamily="34" charset="0"/>
              <a:ea typeface="PP Eiko Italic Light" pitchFamily="2" charset="-128"/>
              <a:cs typeface="Arial" panose="020B0604020202020204" pitchFamily="34" charset="0"/>
            </a:endParaRPr>
          </a:p>
        </p:txBody>
      </p:sp>
    </p:spTree>
    <p:extLst>
      <p:ext uri="{BB962C8B-B14F-4D97-AF65-F5344CB8AC3E}">
        <p14:creationId xmlns:p14="http://schemas.microsoft.com/office/powerpoint/2010/main" val="2600235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asicDisclaimer1">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6FBBA473-1C52-3462-68B3-CF4652E7AFA0}"/>
              </a:ext>
            </a:extLst>
          </p:cNvPr>
          <p:cNvSpPr/>
          <p:nvPr userDrawn="1"/>
        </p:nvSpPr>
        <p:spPr>
          <a:xfrm>
            <a:off x="123371" y="118798"/>
            <a:ext cx="8897260" cy="491563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 name="Lige forbindelse 2">
            <a:extLst>
              <a:ext uri="{FF2B5EF4-FFF2-40B4-BE49-F238E27FC236}">
                <a16:creationId xmlns:a16="http://schemas.microsoft.com/office/drawing/2014/main" id="{566E17C4-A525-A75B-A026-742141A998E4}"/>
              </a:ext>
            </a:extLst>
          </p:cNvPr>
          <p:cNvCxnSpPr>
            <a:cxnSpLocks/>
          </p:cNvCxnSpPr>
          <p:nvPr userDrawn="1"/>
        </p:nvCxnSpPr>
        <p:spPr>
          <a:xfrm>
            <a:off x="329382" y="304800"/>
            <a:ext cx="422185" cy="0"/>
          </a:xfrm>
          <a:prstGeom prst="line">
            <a:avLst/>
          </a:prstGeom>
          <a:ln w="15875">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3435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asicChapterBlue">
    <p:spTree>
      <p:nvGrpSpPr>
        <p:cNvPr id="1" name=""/>
        <p:cNvGrpSpPr/>
        <p:nvPr/>
      </p:nvGrpSpPr>
      <p:grpSpPr>
        <a:xfrm>
          <a:off x="0" y="0"/>
          <a:ext cx="0" cy="0"/>
          <a:chOff x="0" y="0"/>
          <a:chExt cx="0" cy="0"/>
        </a:xfrm>
      </p:grpSpPr>
      <p:sp>
        <p:nvSpPr>
          <p:cNvPr id="50" name="Rektangel 49">
            <a:extLst>
              <a:ext uri="{FF2B5EF4-FFF2-40B4-BE49-F238E27FC236}">
                <a16:creationId xmlns:a16="http://schemas.microsoft.com/office/drawing/2014/main" id="{84D316D4-7E60-03FA-4347-B15C8C4327A2}"/>
              </a:ext>
            </a:extLst>
          </p:cNvPr>
          <p:cNvSpPr/>
          <p:nvPr userDrawn="1"/>
        </p:nvSpPr>
        <p:spPr>
          <a:xfrm>
            <a:off x="0" y="-3252"/>
            <a:ext cx="9144000" cy="515159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Graphic 4">
            <a:extLst>
              <a:ext uri="{FF2B5EF4-FFF2-40B4-BE49-F238E27FC236}">
                <a16:creationId xmlns:a16="http://schemas.microsoft.com/office/drawing/2014/main" id="{EE935AA9-7A48-1688-1C33-6E506B95DD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6762" y="304800"/>
            <a:ext cx="783767" cy="493200"/>
          </a:xfrm>
          <a:prstGeom prst="rect">
            <a:avLst/>
          </a:prstGeom>
        </p:spPr>
      </p:pic>
      <p:cxnSp>
        <p:nvCxnSpPr>
          <p:cNvPr id="53" name="Lige forbindelse 52">
            <a:extLst>
              <a:ext uri="{FF2B5EF4-FFF2-40B4-BE49-F238E27FC236}">
                <a16:creationId xmlns:a16="http://schemas.microsoft.com/office/drawing/2014/main" id="{DA30982E-9390-85E2-6C8B-A84D37FAE9E3}"/>
              </a:ext>
            </a:extLst>
          </p:cNvPr>
          <p:cNvCxnSpPr>
            <a:cxnSpLocks/>
          </p:cNvCxnSpPr>
          <p:nvPr userDrawn="1"/>
        </p:nvCxnSpPr>
        <p:spPr>
          <a:xfrm>
            <a:off x="323850" y="1981743"/>
            <a:ext cx="422185" cy="0"/>
          </a:xfrm>
          <a:prstGeom prst="line">
            <a:avLst/>
          </a:prstGeom>
          <a:ln w="15875">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4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asicLogoBlue">
    <p:spTree>
      <p:nvGrpSpPr>
        <p:cNvPr id="1" name=""/>
        <p:cNvGrpSpPr/>
        <p:nvPr/>
      </p:nvGrpSpPr>
      <p:grpSpPr>
        <a:xfrm>
          <a:off x="0" y="0"/>
          <a:ext cx="0" cy="0"/>
          <a:chOff x="0" y="0"/>
          <a:chExt cx="0" cy="0"/>
        </a:xfrm>
      </p:grpSpPr>
      <p:sp>
        <p:nvSpPr>
          <p:cNvPr id="4" name="Rektangel 3">
            <a:extLst>
              <a:ext uri="{FF2B5EF4-FFF2-40B4-BE49-F238E27FC236}">
                <a16:creationId xmlns:a16="http://schemas.microsoft.com/office/drawing/2014/main" id="{750A868A-B74D-E7CE-FFF7-8299EE94B02F}"/>
              </a:ext>
            </a:extLst>
          </p:cNvPr>
          <p:cNvSpPr/>
          <p:nvPr userDrawn="1"/>
        </p:nvSpPr>
        <p:spPr>
          <a:xfrm>
            <a:off x="123371" y="114728"/>
            <a:ext cx="8897260" cy="491563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Grafik 1">
            <a:extLst>
              <a:ext uri="{FF2B5EF4-FFF2-40B4-BE49-F238E27FC236}">
                <a16:creationId xmlns:a16="http://schemas.microsoft.com/office/drawing/2014/main" id="{D03013CF-7320-A37B-ECC8-8DA909BE233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94150" y="2216944"/>
            <a:ext cx="1155700" cy="711200"/>
          </a:xfrm>
          <a:prstGeom prst="rect">
            <a:avLst/>
          </a:prstGeom>
        </p:spPr>
      </p:pic>
      <p:sp>
        <p:nvSpPr>
          <p:cNvPr id="3" name="Rektangel 2">
            <a:extLst>
              <a:ext uri="{FF2B5EF4-FFF2-40B4-BE49-F238E27FC236}">
                <a16:creationId xmlns:a16="http://schemas.microsoft.com/office/drawing/2014/main" id="{E76B81A7-4A81-BC7E-242C-C7D423545FB2}"/>
              </a:ext>
            </a:extLst>
          </p:cNvPr>
          <p:cNvSpPr/>
          <p:nvPr userDrawn="1"/>
        </p:nvSpPr>
        <p:spPr>
          <a:xfrm>
            <a:off x="323850" y="4656204"/>
            <a:ext cx="8496300" cy="123385"/>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lnSpc>
                <a:spcPct val="87000"/>
              </a:lnSpc>
              <a:spcAft>
                <a:spcPts val="300"/>
              </a:spcAft>
            </a:pPr>
            <a:r>
              <a:rPr lang="en-GB" sz="900" dirty="0">
                <a:solidFill>
                  <a:schemeClr val="bg1"/>
                </a:solidFill>
                <a:latin typeface="Arial" panose="020B0604020202020204" pitchFamily="34" charset="0"/>
                <a:ea typeface="PP Eiko Light" pitchFamily="2" charset="-128"/>
                <a:cs typeface="Arial" panose="020B0604020202020204" pitchFamily="34" charset="0"/>
              </a:rPr>
              <a:t>C A P E C A P I T A L . C O M</a:t>
            </a:r>
            <a:endParaRPr lang="en-GB" sz="900" i="1" dirty="0">
              <a:solidFill>
                <a:schemeClr val="bg1"/>
              </a:solidFill>
              <a:latin typeface="Arial" panose="020B0604020202020204" pitchFamily="34" charset="0"/>
              <a:ea typeface="PP Eiko Italic Light" pitchFamily="2" charset="-128"/>
              <a:cs typeface="Arial" panose="020B0604020202020204" pitchFamily="34" charset="0"/>
            </a:endParaRPr>
          </a:p>
        </p:txBody>
      </p:sp>
    </p:spTree>
    <p:extLst>
      <p:ext uri="{BB962C8B-B14F-4D97-AF65-F5344CB8AC3E}">
        <p14:creationId xmlns:p14="http://schemas.microsoft.com/office/powerpoint/2010/main" val="910210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asicDisclaimerBlue">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6FBBA473-1C52-3462-68B3-CF4652E7AFA0}"/>
              </a:ext>
            </a:extLst>
          </p:cNvPr>
          <p:cNvSpPr/>
          <p:nvPr userDrawn="1"/>
        </p:nvSpPr>
        <p:spPr>
          <a:xfrm>
            <a:off x="123371" y="118798"/>
            <a:ext cx="8897260" cy="491563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 name="Lige forbindelse 2">
            <a:extLst>
              <a:ext uri="{FF2B5EF4-FFF2-40B4-BE49-F238E27FC236}">
                <a16:creationId xmlns:a16="http://schemas.microsoft.com/office/drawing/2014/main" id="{566E17C4-A525-A75B-A026-742141A998E4}"/>
              </a:ext>
            </a:extLst>
          </p:cNvPr>
          <p:cNvCxnSpPr>
            <a:cxnSpLocks/>
          </p:cNvCxnSpPr>
          <p:nvPr userDrawn="1"/>
        </p:nvCxnSpPr>
        <p:spPr>
          <a:xfrm>
            <a:off x="329382" y="304800"/>
            <a:ext cx="422185" cy="0"/>
          </a:xfrm>
          <a:prstGeom prst="line">
            <a:avLst/>
          </a:prstGeom>
          <a:ln w="15875">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1911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asicLogoBlank">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E76B81A7-4A81-BC7E-242C-C7D423545FB2}"/>
              </a:ext>
            </a:extLst>
          </p:cNvPr>
          <p:cNvSpPr/>
          <p:nvPr userDrawn="1"/>
        </p:nvSpPr>
        <p:spPr>
          <a:xfrm>
            <a:off x="323850" y="4656204"/>
            <a:ext cx="8496300" cy="123385"/>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lnSpc>
                <a:spcPct val="87000"/>
              </a:lnSpc>
              <a:spcAft>
                <a:spcPts val="300"/>
              </a:spcAft>
            </a:pPr>
            <a:r>
              <a:rPr lang="en-GB" sz="900" dirty="0">
                <a:solidFill>
                  <a:schemeClr val="tx1"/>
                </a:solidFill>
                <a:latin typeface="Arial" panose="020B0604020202020204" pitchFamily="34" charset="0"/>
                <a:ea typeface="PP Eiko Light" pitchFamily="2" charset="-128"/>
                <a:cs typeface="Arial" panose="020B0604020202020204" pitchFamily="34" charset="0"/>
              </a:rPr>
              <a:t>C A P E C A P I T A L . C O M</a:t>
            </a:r>
            <a:endParaRPr lang="en-GB" sz="900" i="1" dirty="0">
              <a:solidFill>
                <a:schemeClr val="tx1"/>
              </a:solidFill>
              <a:latin typeface="Arial" panose="020B0604020202020204" pitchFamily="34" charset="0"/>
              <a:ea typeface="PP Eiko Italic Light" pitchFamily="2" charset="-128"/>
              <a:cs typeface="Arial" panose="020B0604020202020204" pitchFamily="34" charset="0"/>
            </a:endParaRPr>
          </a:p>
        </p:txBody>
      </p:sp>
      <p:pic>
        <p:nvPicPr>
          <p:cNvPr id="5" name="Graphic 4">
            <a:extLst>
              <a:ext uri="{FF2B5EF4-FFF2-40B4-BE49-F238E27FC236}">
                <a16:creationId xmlns:a16="http://schemas.microsoft.com/office/drawing/2014/main" id="{196CC7C5-1047-5808-695E-67AE1AD8609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05628" y="2216144"/>
            <a:ext cx="1132744" cy="712800"/>
          </a:xfrm>
          <a:prstGeom prst="rect">
            <a:avLst/>
          </a:prstGeom>
        </p:spPr>
      </p:pic>
    </p:spTree>
    <p:extLst>
      <p:ext uri="{BB962C8B-B14F-4D97-AF65-F5344CB8AC3E}">
        <p14:creationId xmlns:p14="http://schemas.microsoft.com/office/powerpoint/2010/main" val="3406162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debar1">
    <p:spTree>
      <p:nvGrpSpPr>
        <p:cNvPr id="1" name=""/>
        <p:cNvGrpSpPr/>
        <p:nvPr/>
      </p:nvGrpSpPr>
      <p:grpSpPr>
        <a:xfrm>
          <a:off x="0" y="0"/>
          <a:ext cx="0" cy="0"/>
          <a:chOff x="0" y="0"/>
          <a:chExt cx="0" cy="0"/>
        </a:xfrm>
      </p:grpSpPr>
      <p:sp>
        <p:nvSpPr>
          <p:cNvPr id="9" name="Rektangel 1">
            <a:extLst>
              <a:ext uri="{FF2B5EF4-FFF2-40B4-BE49-F238E27FC236}">
                <a16:creationId xmlns:a16="http://schemas.microsoft.com/office/drawing/2014/main" id="{2A142FB9-F456-ED53-66EC-3E4D87572D2E}"/>
              </a:ext>
            </a:extLst>
          </p:cNvPr>
          <p:cNvSpPr/>
          <p:nvPr userDrawn="1"/>
        </p:nvSpPr>
        <p:spPr>
          <a:xfrm>
            <a:off x="119301" y="112693"/>
            <a:ext cx="2939809" cy="491970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 name="Lige forbindelse 2">
            <a:extLst>
              <a:ext uri="{FF2B5EF4-FFF2-40B4-BE49-F238E27FC236}">
                <a16:creationId xmlns:a16="http://schemas.microsoft.com/office/drawing/2014/main" id="{F45EEDD5-6AD6-DDD9-58A6-B072E6A4F60A}"/>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 name="Lige forbindelse 3">
            <a:extLst>
              <a:ext uri="{FF2B5EF4-FFF2-40B4-BE49-F238E27FC236}">
                <a16:creationId xmlns:a16="http://schemas.microsoft.com/office/drawing/2014/main" id="{3A484CB1-203C-B950-1CC8-BCA57BE27264}"/>
              </a:ext>
            </a:extLst>
          </p:cNvPr>
          <p:cNvCxnSpPr>
            <a:cxnSpLocks/>
          </p:cNvCxnSpPr>
          <p:nvPr userDrawn="1"/>
        </p:nvCxnSpPr>
        <p:spPr>
          <a:xfrm>
            <a:off x="330590"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5" name="Pladsholder til tekst 48">
            <a:extLst>
              <a:ext uri="{FF2B5EF4-FFF2-40B4-BE49-F238E27FC236}">
                <a16:creationId xmlns:a16="http://schemas.microsoft.com/office/drawing/2014/main" id="{3DAD2AD7-87F3-6FD5-5423-CFF4B4E71907}"/>
              </a:ext>
            </a:extLst>
          </p:cNvPr>
          <p:cNvSpPr>
            <a:spLocks noGrp="1"/>
          </p:cNvSpPr>
          <p:nvPr>
            <p:ph type="body" sz="quarter" idx="11" hasCustomPrompt="1"/>
          </p:nvPr>
        </p:nvSpPr>
        <p:spPr>
          <a:xfrm>
            <a:off x="329383" y="1048517"/>
            <a:ext cx="2155055" cy="123111"/>
          </a:xfrm>
        </p:spPr>
        <p:txBody>
          <a:bodyPr wrap="square" lIns="0" tIns="0" rIns="0" bIns="0">
            <a:spAutoFit/>
          </a:bodyPr>
          <a:lstStyle>
            <a:lvl1pPr marL="0" indent="0">
              <a:buNone/>
              <a:defRPr sz="800" b="0" i="0">
                <a:solidFill>
                  <a:schemeClr val="accent6"/>
                </a:solidFill>
                <a:latin typeface="Arial" panose="020B0604020202020204" pitchFamily="34" charset="0"/>
                <a:ea typeface="PP Eiko Light" pitchFamily="2" charset="-128"/>
                <a:cs typeface="Arial" panose="020B0604020202020204" pitchFamily="34" charset="0"/>
              </a:defRPr>
            </a:lvl1pPr>
          </a:lstStyle>
          <a:p>
            <a:pPr lvl="0"/>
            <a:r>
              <a:rPr lang="en-GB"/>
              <a:t>This is a </a:t>
            </a:r>
            <a:r>
              <a:rPr lang="en-GB" err="1"/>
              <a:t>subheadline</a:t>
            </a:r>
            <a:endParaRPr lang="en-GB"/>
          </a:p>
        </p:txBody>
      </p:sp>
      <p:sp>
        <p:nvSpPr>
          <p:cNvPr id="6" name="Pladsholder til tekst 48">
            <a:extLst>
              <a:ext uri="{FF2B5EF4-FFF2-40B4-BE49-F238E27FC236}">
                <a16:creationId xmlns:a16="http://schemas.microsoft.com/office/drawing/2014/main" id="{265AC07E-C1B1-EB60-0439-8FD3DCB11CD1}"/>
              </a:ext>
            </a:extLst>
          </p:cNvPr>
          <p:cNvSpPr>
            <a:spLocks noGrp="1"/>
          </p:cNvSpPr>
          <p:nvPr>
            <p:ph type="body" sz="quarter" idx="12" hasCustomPrompt="1"/>
          </p:nvPr>
        </p:nvSpPr>
        <p:spPr>
          <a:xfrm>
            <a:off x="329382" y="525669"/>
            <a:ext cx="2155055" cy="369332"/>
          </a:xfrm>
        </p:spPr>
        <p:txBody>
          <a:bodyPr wrap="square" lIns="0" tIns="0" rIns="0" bIns="0">
            <a:spAutoFit/>
          </a:bodyPr>
          <a:lstStyle>
            <a:lvl1pPr marL="0" indent="0">
              <a:buNone/>
              <a:defRPr sz="2400" b="0" i="0">
                <a:solidFill>
                  <a:schemeClr val="tx1"/>
                </a:solidFill>
                <a:latin typeface="PP Eiko Light" pitchFamily="2" charset="-128"/>
                <a:ea typeface="PP Eiko Light" pitchFamily="2" charset="-128"/>
                <a:cs typeface="Arial" panose="020B0604020202020204" pitchFamily="34" charset="0"/>
              </a:defRPr>
            </a:lvl1pPr>
          </a:lstStyle>
          <a:p>
            <a:pPr lvl="0"/>
            <a:r>
              <a:rPr lang="en-GB" dirty="0"/>
              <a:t>Headline</a:t>
            </a:r>
          </a:p>
        </p:txBody>
      </p:sp>
      <p:sp>
        <p:nvSpPr>
          <p:cNvPr id="7" name="Pladsholder til tekst 48">
            <a:extLst>
              <a:ext uri="{FF2B5EF4-FFF2-40B4-BE49-F238E27FC236}">
                <a16:creationId xmlns:a16="http://schemas.microsoft.com/office/drawing/2014/main" id="{4F34A45E-16A3-E7EA-6372-3CDC1905DD27}"/>
              </a:ext>
            </a:extLst>
          </p:cNvPr>
          <p:cNvSpPr>
            <a:spLocks noGrp="1"/>
          </p:cNvSpPr>
          <p:nvPr>
            <p:ph type="body" sz="quarter" idx="32" hasCustomPrompt="1"/>
          </p:nvPr>
        </p:nvSpPr>
        <p:spPr>
          <a:xfrm>
            <a:off x="329382" y="1397669"/>
            <a:ext cx="2155055" cy="246606"/>
          </a:xfrm>
        </p:spPr>
        <p:txBody>
          <a:bodyPr wrap="square" lIns="0" tIns="0" rIns="0" bIns="0">
            <a:spAutoFit/>
          </a:bodyPr>
          <a:lstStyle>
            <a:lvl1pPr marL="0" indent="0">
              <a:lnSpc>
                <a:spcPct val="120000"/>
              </a:lnSpc>
              <a:spcAft>
                <a:spcPts val="300"/>
              </a:spcAft>
              <a:buNone/>
              <a:defRPr sz="700" b="0" i="0">
                <a:solidFill>
                  <a:schemeClr val="accent6"/>
                </a:solidFill>
                <a:latin typeface="Arial" panose="020B0604020202020204" pitchFamily="34" charset="0"/>
                <a:ea typeface="PP Eiko Light" pitchFamily="2" charset="-128"/>
                <a:cs typeface="Arial" panose="020B0604020202020204" pitchFamily="34" charset="0"/>
              </a:defRPr>
            </a:lvl1pPr>
          </a:lstStyle>
          <a:p>
            <a:pPr lvl="0"/>
            <a:r>
              <a:rPr lang="en-GB"/>
              <a:t>Add text here. Add more text here. Add placeholder text here.</a:t>
            </a:r>
          </a:p>
        </p:txBody>
      </p:sp>
      <p:sp>
        <p:nvSpPr>
          <p:cNvPr id="8" name="Rektangel 7">
            <a:extLst>
              <a:ext uri="{FF2B5EF4-FFF2-40B4-BE49-F238E27FC236}">
                <a16:creationId xmlns:a16="http://schemas.microsoft.com/office/drawing/2014/main" id="{7262EB12-97ED-C0FC-88AE-C4E48EB2320C}"/>
              </a:ext>
            </a:extLst>
          </p:cNvPr>
          <p:cNvSpPr/>
          <p:nvPr userDrawn="1"/>
        </p:nvSpPr>
        <p:spPr>
          <a:xfrm>
            <a:off x="8243888" y="4773218"/>
            <a:ext cx="608693" cy="13413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lnSpc>
                <a:spcPct val="150000"/>
              </a:lnSpc>
              <a:spcAft>
                <a:spcPts val="300"/>
              </a:spcAft>
            </a:pPr>
            <a:fld id="{8E55B6A2-CB02-CA4B-BFAB-9CA1BAE09F05}" type="slidenum">
              <a:rPr lang="en-GB" sz="700" spc="200" smtClean="0">
                <a:solidFill>
                  <a:schemeClr val="accent6"/>
                </a:solidFill>
                <a:latin typeface="PP Eiko Light" pitchFamily="2" charset="-128"/>
                <a:ea typeface="PP Eiko Light" pitchFamily="2" charset="-128"/>
                <a:cs typeface="Arial" panose="020B0604020202020204" pitchFamily="34" charset="0"/>
              </a:rPr>
              <a:t>‹#›</a:t>
            </a:fld>
            <a:endParaRPr lang="en-GB" sz="700" spc="200">
              <a:solidFill>
                <a:schemeClr val="accent6"/>
              </a:solidFill>
              <a:latin typeface="PP Eiko Light" pitchFamily="2" charset="-128"/>
              <a:ea typeface="PP Eiko Light" pitchFamily="2" charset="-128"/>
              <a:cs typeface="Arial" panose="020B0604020202020204" pitchFamily="34" charset="0"/>
            </a:endParaRPr>
          </a:p>
        </p:txBody>
      </p:sp>
    </p:spTree>
    <p:extLst>
      <p:ext uri="{BB962C8B-B14F-4D97-AF65-F5344CB8AC3E}">
        <p14:creationId xmlns:p14="http://schemas.microsoft.com/office/powerpoint/2010/main" val="2591497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bar1">
    <p:spTree>
      <p:nvGrpSpPr>
        <p:cNvPr id="1" name=""/>
        <p:cNvGrpSpPr/>
        <p:nvPr/>
      </p:nvGrpSpPr>
      <p:grpSpPr>
        <a:xfrm>
          <a:off x="0" y="0"/>
          <a:ext cx="0" cy="0"/>
          <a:chOff x="0" y="0"/>
          <a:chExt cx="0" cy="0"/>
        </a:xfrm>
      </p:grpSpPr>
      <p:sp>
        <p:nvSpPr>
          <p:cNvPr id="9" name="Rektangel 2">
            <a:extLst>
              <a:ext uri="{FF2B5EF4-FFF2-40B4-BE49-F238E27FC236}">
                <a16:creationId xmlns:a16="http://schemas.microsoft.com/office/drawing/2014/main" id="{AE7F6355-7E8E-8C67-92CF-AA88781329EF}"/>
              </a:ext>
            </a:extLst>
          </p:cNvPr>
          <p:cNvSpPr/>
          <p:nvPr userDrawn="1"/>
        </p:nvSpPr>
        <p:spPr>
          <a:xfrm>
            <a:off x="119301" y="112692"/>
            <a:ext cx="8905398" cy="1481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 name="Lige forbindelse 3">
            <a:extLst>
              <a:ext uri="{FF2B5EF4-FFF2-40B4-BE49-F238E27FC236}">
                <a16:creationId xmlns:a16="http://schemas.microsoft.com/office/drawing/2014/main" id="{C092BCD2-5C0E-497A-0B11-F8C202F1AA0F}"/>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5" name="Rektangel 4">
            <a:extLst>
              <a:ext uri="{FF2B5EF4-FFF2-40B4-BE49-F238E27FC236}">
                <a16:creationId xmlns:a16="http://schemas.microsoft.com/office/drawing/2014/main" id="{BB98B3C1-CBFD-0213-E94B-4CF619A20EB2}"/>
              </a:ext>
            </a:extLst>
          </p:cNvPr>
          <p:cNvSpPr/>
          <p:nvPr userDrawn="1"/>
        </p:nvSpPr>
        <p:spPr>
          <a:xfrm>
            <a:off x="8243888" y="4773218"/>
            <a:ext cx="608693" cy="13413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lnSpc>
                <a:spcPct val="150000"/>
              </a:lnSpc>
              <a:spcAft>
                <a:spcPts val="300"/>
              </a:spcAft>
            </a:pPr>
            <a:fld id="{8E55B6A2-CB02-CA4B-BFAB-9CA1BAE09F05}" type="slidenum">
              <a:rPr lang="en-GB" sz="700" spc="200" smtClean="0">
                <a:solidFill>
                  <a:schemeClr val="accent6"/>
                </a:solidFill>
                <a:latin typeface="PP Eiko Light" pitchFamily="2" charset="-128"/>
                <a:ea typeface="PP Eiko Light" pitchFamily="2" charset="-128"/>
                <a:cs typeface="Arial" panose="020B0604020202020204" pitchFamily="34" charset="0"/>
              </a:rPr>
              <a:t>‹#›</a:t>
            </a:fld>
            <a:endParaRPr lang="en-GB" sz="700" spc="200">
              <a:solidFill>
                <a:schemeClr val="accent6"/>
              </a:solidFill>
              <a:latin typeface="PP Eiko Light" pitchFamily="2" charset="-128"/>
              <a:ea typeface="PP Eiko Light" pitchFamily="2" charset="-128"/>
              <a:cs typeface="Arial" panose="020B0604020202020204" pitchFamily="34" charset="0"/>
            </a:endParaRPr>
          </a:p>
        </p:txBody>
      </p:sp>
      <p:cxnSp>
        <p:nvCxnSpPr>
          <p:cNvPr id="6" name="Lige forbindelse 5">
            <a:extLst>
              <a:ext uri="{FF2B5EF4-FFF2-40B4-BE49-F238E27FC236}">
                <a16:creationId xmlns:a16="http://schemas.microsoft.com/office/drawing/2014/main" id="{6F084544-D4BD-5CDE-D3DD-87E6D80D135B}"/>
              </a:ext>
            </a:extLst>
          </p:cNvPr>
          <p:cNvCxnSpPr>
            <a:cxnSpLocks/>
          </p:cNvCxnSpPr>
          <p:nvPr userDrawn="1"/>
        </p:nvCxnSpPr>
        <p:spPr>
          <a:xfrm>
            <a:off x="330590"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7" name="Pladsholder til tekst 48">
            <a:extLst>
              <a:ext uri="{FF2B5EF4-FFF2-40B4-BE49-F238E27FC236}">
                <a16:creationId xmlns:a16="http://schemas.microsoft.com/office/drawing/2014/main" id="{AB12190E-4D03-DF3F-7096-5CB5BDF1D50F}"/>
              </a:ext>
            </a:extLst>
          </p:cNvPr>
          <p:cNvSpPr>
            <a:spLocks noGrp="1"/>
          </p:cNvSpPr>
          <p:nvPr>
            <p:ph type="body" sz="quarter" idx="11" hasCustomPrompt="1"/>
          </p:nvPr>
        </p:nvSpPr>
        <p:spPr>
          <a:xfrm>
            <a:off x="329383" y="1048517"/>
            <a:ext cx="2729730" cy="123111"/>
          </a:xfrm>
        </p:spPr>
        <p:txBody>
          <a:bodyPr wrap="square" lIns="0" tIns="0" rIns="0" bIns="0">
            <a:spAutoFit/>
          </a:bodyPr>
          <a:lstStyle>
            <a:lvl1pPr marL="0" indent="0">
              <a:buNone/>
              <a:defRPr sz="800" b="0" i="0">
                <a:solidFill>
                  <a:schemeClr val="accent6"/>
                </a:solidFill>
                <a:latin typeface="Arial" panose="020B0604020202020204" pitchFamily="34" charset="0"/>
                <a:ea typeface="PP Eiko Light" pitchFamily="2" charset="-128"/>
                <a:cs typeface="Arial" panose="020B0604020202020204" pitchFamily="34" charset="0"/>
              </a:defRPr>
            </a:lvl1pPr>
          </a:lstStyle>
          <a:p>
            <a:pPr lvl="0"/>
            <a:r>
              <a:rPr lang="en-GB"/>
              <a:t>This is a </a:t>
            </a:r>
            <a:r>
              <a:rPr lang="en-GB" err="1"/>
              <a:t>subheadline</a:t>
            </a:r>
            <a:endParaRPr lang="en-GB"/>
          </a:p>
        </p:txBody>
      </p:sp>
      <p:sp>
        <p:nvSpPr>
          <p:cNvPr id="8" name="Pladsholder til tekst 48">
            <a:extLst>
              <a:ext uri="{FF2B5EF4-FFF2-40B4-BE49-F238E27FC236}">
                <a16:creationId xmlns:a16="http://schemas.microsoft.com/office/drawing/2014/main" id="{12B06AB6-F6C8-CDF2-A10D-2C32B15A9901}"/>
              </a:ext>
            </a:extLst>
          </p:cNvPr>
          <p:cNvSpPr>
            <a:spLocks noGrp="1"/>
          </p:cNvSpPr>
          <p:nvPr>
            <p:ph type="body" sz="quarter" idx="12" hasCustomPrompt="1"/>
          </p:nvPr>
        </p:nvSpPr>
        <p:spPr>
          <a:xfrm>
            <a:off x="329382" y="525669"/>
            <a:ext cx="2729731" cy="369332"/>
          </a:xfrm>
        </p:spPr>
        <p:txBody>
          <a:bodyPr wrap="square" lIns="0" tIns="0" rIns="0" bIns="0">
            <a:spAutoFit/>
          </a:bodyPr>
          <a:lstStyle>
            <a:lvl1pPr marL="0" indent="0">
              <a:buNone/>
              <a:defRPr sz="2400" b="0" i="0">
                <a:solidFill>
                  <a:schemeClr val="tx1"/>
                </a:solidFill>
                <a:latin typeface="PP Eiko Light" pitchFamily="2" charset="-128"/>
                <a:ea typeface="PP Eiko Light" pitchFamily="2" charset="-128"/>
                <a:cs typeface="Arial" panose="020B0604020202020204" pitchFamily="34" charset="0"/>
              </a:defRPr>
            </a:lvl1pPr>
          </a:lstStyle>
          <a:p>
            <a:pPr lvl="0"/>
            <a:r>
              <a:rPr lang="en-GB"/>
              <a:t>Headline</a:t>
            </a:r>
          </a:p>
        </p:txBody>
      </p:sp>
      <p:sp>
        <p:nvSpPr>
          <p:cNvPr id="26" name="Pladsholder til tekst 48">
            <a:extLst>
              <a:ext uri="{FF2B5EF4-FFF2-40B4-BE49-F238E27FC236}">
                <a16:creationId xmlns:a16="http://schemas.microsoft.com/office/drawing/2014/main" id="{8818F541-C654-78EF-D974-AEE41ADE6143}"/>
              </a:ext>
            </a:extLst>
          </p:cNvPr>
          <p:cNvSpPr>
            <a:spLocks noGrp="1"/>
          </p:cNvSpPr>
          <p:nvPr>
            <p:ph type="body" sz="quarter" idx="13" hasCustomPrompt="1"/>
          </p:nvPr>
        </p:nvSpPr>
        <p:spPr>
          <a:xfrm>
            <a:off x="4644323" y="1043260"/>
            <a:ext cx="2735965" cy="123111"/>
          </a:xfrm>
        </p:spPr>
        <p:txBody>
          <a:bodyPr wrap="square" lIns="0" tIns="0" rIns="0" bIns="0">
            <a:spAutoFit/>
          </a:bodyPr>
          <a:lstStyle>
            <a:lvl1pPr marL="0" indent="0">
              <a:buNone/>
              <a:defRPr sz="800" b="0" i="0">
                <a:solidFill>
                  <a:schemeClr val="accent6"/>
                </a:solidFill>
                <a:latin typeface="Arial" panose="020B0604020202020204" pitchFamily="34" charset="0"/>
                <a:ea typeface="PP Eiko Light" pitchFamily="2" charset="-128"/>
                <a:cs typeface="Arial" panose="020B0604020202020204" pitchFamily="34" charset="0"/>
              </a:defRPr>
            </a:lvl1pPr>
          </a:lstStyle>
          <a:p>
            <a:pPr lvl="0"/>
            <a:r>
              <a:rPr lang="en-GB"/>
              <a:t>This is a </a:t>
            </a:r>
            <a:r>
              <a:rPr lang="en-GB" err="1"/>
              <a:t>subheadline</a:t>
            </a:r>
            <a:endParaRPr lang="en-GB"/>
          </a:p>
        </p:txBody>
      </p:sp>
    </p:spTree>
    <p:extLst>
      <p:ext uri="{BB962C8B-B14F-4D97-AF65-F5344CB8AC3E}">
        <p14:creationId xmlns:p14="http://schemas.microsoft.com/office/powerpoint/2010/main" val="20128614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lain1">
    <p:spTree>
      <p:nvGrpSpPr>
        <p:cNvPr id="1" name=""/>
        <p:cNvGrpSpPr/>
        <p:nvPr/>
      </p:nvGrpSpPr>
      <p:grpSpPr>
        <a:xfrm>
          <a:off x="0" y="0"/>
          <a:ext cx="0" cy="0"/>
          <a:chOff x="0" y="0"/>
          <a:chExt cx="0" cy="0"/>
        </a:xfrm>
      </p:grpSpPr>
      <p:cxnSp>
        <p:nvCxnSpPr>
          <p:cNvPr id="2" name="Lige forbindelse 1">
            <a:extLst>
              <a:ext uri="{FF2B5EF4-FFF2-40B4-BE49-F238E27FC236}">
                <a16:creationId xmlns:a16="http://schemas.microsoft.com/office/drawing/2014/main" id="{F974108A-C1AC-C31E-CB99-15AC4048145E}"/>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3" name="Lige forbindelse 2">
            <a:extLst>
              <a:ext uri="{FF2B5EF4-FFF2-40B4-BE49-F238E27FC236}">
                <a16:creationId xmlns:a16="http://schemas.microsoft.com/office/drawing/2014/main" id="{39C6254D-1EA4-B866-F062-315059682F2E}"/>
              </a:ext>
            </a:extLst>
          </p:cNvPr>
          <p:cNvCxnSpPr>
            <a:cxnSpLocks/>
          </p:cNvCxnSpPr>
          <p:nvPr userDrawn="1"/>
        </p:nvCxnSpPr>
        <p:spPr>
          <a:xfrm>
            <a:off x="329382" y="304800"/>
            <a:ext cx="422185" cy="0"/>
          </a:xfrm>
          <a:prstGeom prst="line">
            <a:avLst/>
          </a:prstGeom>
          <a:ln w="158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4" name="Pladsholder til tekst 48">
            <a:extLst>
              <a:ext uri="{FF2B5EF4-FFF2-40B4-BE49-F238E27FC236}">
                <a16:creationId xmlns:a16="http://schemas.microsoft.com/office/drawing/2014/main" id="{6860E101-B048-9A20-C56F-15EDCE8CA5FB}"/>
              </a:ext>
            </a:extLst>
          </p:cNvPr>
          <p:cNvSpPr>
            <a:spLocks noGrp="1"/>
          </p:cNvSpPr>
          <p:nvPr>
            <p:ph type="body" sz="quarter" idx="12" hasCustomPrompt="1"/>
          </p:nvPr>
        </p:nvSpPr>
        <p:spPr>
          <a:xfrm>
            <a:off x="329382" y="524477"/>
            <a:ext cx="2729731" cy="369332"/>
          </a:xfrm>
        </p:spPr>
        <p:txBody>
          <a:bodyPr wrap="square" lIns="0" tIns="0" rIns="0" bIns="0">
            <a:spAutoFit/>
          </a:bodyPr>
          <a:lstStyle>
            <a:lvl1pPr marL="0" indent="0">
              <a:buNone/>
              <a:defRPr sz="2400" b="0" i="0">
                <a:solidFill>
                  <a:schemeClr val="tx1"/>
                </a:solidFill>
                <a:latin typeface="PP Eiko Light" pitchFamily="2" charset="-128"/>
                <a:ea typeface="PP Eiko Light" pitchFamily="2" charset="-128"/>
                <a:cs typeface="Arial" panose="020B0604020202020204" pitchFamily="34" charset="0"/>
              </a:defRPr>
            </a:lvl1pPr>
          </a:lstStyle>
          <a:p>
            <a:pPr lvl="0"/>
            <a:r>
              <a:rPr lang="en-GB"/>
              <a:t>Headline</a:t>
            </a:r>
          </a:p>
        </p:txBody>
      </p:sp>
      <p:sp>
        <p:nvSpPr>
          <p:cNvPr id="5" name="Pladsholder til tekst 48">
            <a:extLst>
              <a:ext uri="{FF2B5EF4-FFF2-40B4-BE49-F238E27FC236}">
                <a16:creationId xmlns:a16="http://schemas.microsoft.com/office/drawing/2014/main" id="{0043A47A-2695-B561-D1C2-2E4678F7BF25}"/>
              </a:ext>
            </a:extLst>
          </p:cNvPr>
          <p:cNvSpPr>
            <a:spLocks noGrp="1"/>
          </p:cNvSpPr>
          <p:nvPr>
            <p:ph type="body" sz="quarter" idx="14" hasCustomPrompt="1"/>
          </p:nvPr>
        </p:nvSpPr>
        <p:spPr>
          <a:xfrm>
            <a:off x="323850" y="1047870"/>
            <a:ext cx="2735264" cy="281872"/>
          </a:xfrm>
        </p:spPr>
        <p:txBody>
          <a:bodyPr wrap="square" lIns="0" tIns="0" rIns="0" bIns="0">
            <a:spAutoFit/>
          </a:bodyPr>
          <a:lstStyle>
            <a:lvl1pPr marL="0" indent="0">
              <a:lnSpc>
                <a:spcPct val="120000"/>
              </a:lnSpc>
              <a:spcAft>
                <a:spcPts val="300"/>
              </a:spcAft>
              <a:buNone/>
              <a:defRPr sz="800" b="0" i="0">
                <a:solidFill>
                  <a:schemeClr val="accent6"/>
                </a:solidFill>
                <a:latin typeface="Arial" panose="020B0604020202020204" pitchFamily="34" charset="0"/>
                <a:ea typeface="PP Eiko Light" pitchFamily="2" charset="-128"/>
                <a:cs typeface="Arial" panose="020B0604020202020204" pitchFamily="34" charset="0"/>
              </a:defRPr>
            </a:lvl1pPr>
          </a:lstStyle>
          <a:p>
            <a:pPr lvl="0"/>
            <a:r>
              <a:rPr lang="en-GB"/>
              <a:t>Add text here. Add text here. Add text here. Add text here. Add text here.  </a:t>
            </a:r>
          </a:p>
        </p:txBody>
      </p:sp>
      <p:sp>
        <p:nvSpPr>
          <p:cNvPr id="6" name="Rektangel 5">
            <a:extLst>
              <a:ext uri="{FF2B5EF4-FFF2-40B4-BE49-F238E27FC236}">
                <a16:creationId xmlns:a16="http://schemas.microsoft.com/office/drawing/2014/main" id="{EECB25FC-ADFC-AC50-BA28-0B684D647A2D}"/>
              </a:ext>
            </a:extLst>
          </p:cNvPr>
          <p:cNvSpPr/>
          <p:nvPr userDrawn="1"/>
        </p:nvSpPr>
        <p:spPr>
          <a:xfrm>
            <a:off x="8243888" y="4773218"/>
            <a:ext cx="608693" cy="134139"/>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lnSpc>
                <a:spcPct val="150000"/>
              </a:lnSpc>
              <a:spcAft>
                <a:spcPts val="300"/>
              </a:spcAft>
            </a:pPr>
            <a:fld id="{8E55B6A2-CB02-CA4B-BFAB-9CA1BAE09F05}" type="slidenum">
              <a:rPr lang="en-GB" sz="700" spc="200" smtClean="0">
                <a:solidFill>
                  <a:schemeClr val="accent6"/>
                </a:solidFill>
                <a:latin typeface="PP Eiko Light" pitchFamily="2" charset="-128"/>
                <a:ea typeface="PP Eiko Light" pitchFamily="2" charset="-128"/>
                <a:cs typeface="Arial" panose="020B0604020202020204" pitchFamily="34" charset="0"/>
              </a:rPr>
              <a:t>‹#›</a:t>
            </a:fld>
            <a:endParaRPr lang="en-GB" sz="700" spc="200">
              <a:solidFill>
                <a:schemeClr val="accent6"/>
              </a:solidFill>
              <a:latin typeface="PP Eiko Light" pitchFamily="2" charset="-128"/>
              <a:ea typeface="PP Eiko Light" pitchFamily="2" charset="-128"/>
              <a:cs typeface="Arial" panose="020B0604020202020204" pitchFamily="34" charset="0"/>
            </a:endParaRPr>
          </a:p>
        </p:txBody>
      </p:sp>
    </p:spTree>
    <p:extLst>
      <p:ext uri="{BB962C8B-B14F-4D97-AF65-F5344CB8AC3E}">
        <p14:creationId xmlns:p14="http://schemas.microsoft.com/office/powerpoint/2010/main" val="2070038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3850" y="520700"/>
            <a:ext cx="7921625" cy="555055"/>
          </a:xfrm>
          <a:prstGeom prst="rect">
            <a:avLst/>
          </a:prstGeom>
        </p:spPr>
        <p:txBody>
          <a:bodyPr vert="horz" lIns="0" tIns="0" rIns="0" bIns="0" rtlCol="0" anchor="t">
            <a:normAutofit/>
          </a:bodyPr>
          <a:lstStyle/>
          <a:p>
            <a:r>
              <a:rPr lang="en-US"/>
              <a:t>Click to edit Master title style</a:t>
            </a:r>
            <a:endParaRPr lang="de-CH" dirty="0"/>
          </a:p>
        </p:txBody>
      </p:sp>
      <p:sp>
        <p:nvSpPr>
          <p:cNvPr id="3" name="Text Placeholder 2"/>
          <p:cNvSpPr>
            <a:spLocks noGrp="1"/>
          </p:cNvSpPr>
          <p:nvPr>
            <p:ph type="body" idx="1"/>
          </p:nvPr>
        </p:nvSpPr>
        <p:spPr>
          <a:xfrm>
            <a:off x="323851" y="1257632"/>
            <a:ext cx="3014513" cy="322388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CH" dirty="0"/>
          </a:p>
        </p:txBody>
      </p:sp>
    </p:spTree>
    <p:extLst>
      <p:ext uri="{BB962C8B-B14F-4D97-AF65-F5344CB8AC3E}">
        <p14:creationId xmlns:p14="http://schemas.microsoft.com/office/powerpoint/2010/main" val="2067578280"/>
      </p:ext>
    </p:extLst>
  </p:cSld>
  <p:clrMap bg1="lt1" tx1="dk1" bg2="lt2" tx2="dk2" accent1="accent1" accent2="accent2" accent3="accent3" accent4="accent4" accent5="accent5" accent6="accent6" hlink="hlink" folHlink="folHlink"/>
  <p:sldLayoutIdLst>
    <p:sldLayoutId id="2147483957" r:id="rId1"/>
    <p:sldLayoutId id="2147483956" r:id="rId2"/>
    <p:sldLayoutId id="2147483970" r:id="rId3"/>
    <p:sldLayoutId id="2147483983" r:id="rId4"/>
    <p:sldLayoutId id="2147483982" r:id="rId5"/>
    <p:sldLayoutId id="2147483977" r:id="rId6"/>
    <p:sldLayoutId id="2147483975" r:id="rId7"/>
    <p:sldLayoutId id="2147483989" r:id="rId8"/>
    <p:sldLayoutId id="2147483987" r:id="rId9"/>
    <p:sldLayoutId id="2147483988" r:id="rId10"/>
    <p:sldLayoutId id="2147484001" r:id="rId11"/>
    <p:sldLayoutId id="2147483984" r:id="rId12"/>
    <p:sldLayoutId id="2147483985" r:id="rId13"/>
    <p:sldLayoutId id="2147483986" r:id="rId14"/>
  </p:sldLayoutIdLst>
  <p:hf hdr="0" ftr="0" dt="0"/>
  <p:txStyles>
    <p:titleStyle>
      <a:lvl1pPr algn="l" defTabSz="1125437" rtl="0" eaLnBrk="1" latinLnBrk="0" hangingPunct="1">
        <a:spcBef>
          <a:spcPct val="0"/>
        </a:spcBef>
        <a:buNone/>
        <a:defRPr sz="2400" b="0" kern="1200">
          <a:solidFill>
            <a:schemeClr val="tx1"/>
          </a:solidFill>
          <a:latin typeface="PP Eiko Light" pitchFamily="2" charset="-128"/>
          <a:ea typeface="PP Eiko Light" pitchFamily="2" charset="-128"/>
          <a:cs typeface="Arial" panose="020B0604020202020204" pitchFamily="34" charset="0"/>
        </a:defRPr>
      </a:lvl1pPr>
    </p:titleStyle>
    <p:bodyStyle>
      <a:lvl1pPr marL="0" indent="0" algn="l" defTabSz="1125437" rtl="0" eaLnBrk="1" latinLnBrk="0" hangingPunct="1">
        <a:spcBef>
          <a:spcPts val="0"/>
        </a:spcBef>
        <a:buFont typeface="Arial" panose="020B0604020202020204" pitchFamily="34" charset="0"/>
        <a:buNone/>
        <a:defRPr sz="1000" kern="1200">
          <a:solidFill>
            <a:schemeClr val="accent6"/>
          </a:solidFill>
          <a:latin typeface="Arial" panose="020B0604020202020204" pitchFamily="34" charset="0"/>
          <a:ea typeface="+mn-ea"/>
          <a:cs typeface="Arial" panose="020B0604020202020204" pitchFamily="34" charset="0"/>
        </a:defRPr>
      </a:lvl1pPr>
      <a:lvl2pPr marL="88900" indent="-88900"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2pPr>
      <a:lvl3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3pPr>
      <a:lvl4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4pPr>
      <a:lvl5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p:bodyStyle>
    <p:otherStyle>
      <a:defPPr>
        <a:defRPr lang="de-DE"/>
      </a:defPPr>
      <a:lvl1pPr marL="0" algn="l" defTabSz="1125437" rtl="0" eaLnBrk="1" latinLnBrk="0" hangingPunct="1">
        <a:defRPr sz="2215" kern="1200">
          <a:solidFill>
            <a:schemeClr val="tx1"/>
          </a:solidFill>
          <a:latin typeface="+mn-lt"/>
          <a:ea typeface="+mn-ea"/>
          <a:cs typeface="+mn-cs"/>
        </a:defRPr>
      </a:lvl1pPr>
      <a:lvl2pPr marL="562719" algn="l" defTabSz="1125437" rtl="0" eaLnBrk="1" latinLnBrk="0" hangingPunct="1">
        <a:defRPr sz="2215" kern="1200">
          <a:solidFill>
            <a:schemeClr val="tx1"/>
          </a:solidFill>
          <a:latin typeface="+mn-lt"/>
          <a:ea typeface="+mn-ea"/>
          <a:cs typeface="+mn-cs"/>
        </a:defRPr>
      </a:lvl2pPr>
      <a:lvl3pPr marL="1125437" algn="l" defTabSz="1125437" rtl="0" eaLnBrk="1" latinLnBrk="0" hangingPunct="1">
        <a:defRPr sz="2215" kern="1200">
          <a:solidFill>
            <a:schemeClr val="tx1"/>
          </a:solidFill>
          <a:latin typeface="+mn-lt"/>
          <a:ea typeface="+mn-ea"/>
          <a:cs typeface="+mn-cs"/>
        </a:defRPr>
      </a:lvl3pPr>
      <a:lvl4pPr marL="1688155" algn="l" defTabSz="1125437" rtl="0" eaLnBrk="1" latinLnBrk="0" hangingPunct="1">
        <a:defRPr sz="2215" kern="1200">
          <a:solidFill>
            <a:schemeClr val="tx1"/>
          </a:solidFill>
          <a:latin typeface="+mn-lt"/>
          <a:ea typeface="+mn-ea"/>
          <a:cs typeface="+mn-cs"/>
        </a:defRPr>
      </a:lvl4pPr>
      <a:lvl5pPr marL="2250874" algn="l" defTabSz="1125437" rtl="0" eaLnBrk="1" latinLnBrk="0" hangingPunct="1">
        <a:defRPr sz="2215" kern="1200">
          <a:solidFill>
            <a:schemeClr val="tx1"/>
          </a:solidFill>
          <a:latin typeface="+mn-lt"/>
          <a:ea typeface="+mn-ea"/>
          <a:cs typeface="+mn-cs"/>
        </a:defRPr>
      </a:lvl5pPr>
      <a:lvl6pPr marL="2813593" algn="l" defTabSz="1125437" rtl="0" eaLnBrk="1" latinLnBrk="0" hangingPunct="1">
        <a:defRPr sz="2215" kern="1200">
          <a:solidFill>
            <a:schemeClr val="tx1"/>
          </a:solidFill>
          <a:latin typeface="+mn-lt"/>
          <a:ea typeface="+mn-ea"/>
          <a:cs typeface="+mn-cs"/>
        </a:defRPr>
      </a:lvl6pPr>
      <a:lvl7pPr marL="3376312" algn="l" defTabSz="1125437" rtl="0" eaLnBrk="1" latinLnBrk="0" hangingPunct="1">
        <a:defRPr sz="2215" kern="1200">
          <a:solidFill>
            <a:schemeClr val="tx1"/>
          </a:solidFill>
          <a:latin typeface="+mn-lt"/>
          <a:ea typeface="+mn-ea"/>
          <a:cs typeface="+mn-cs"/>
        </a:defRPr>
      </a:lvl7pPr>
      <a:lvl8pPr marL="3939029" algn="l" defTabSz="1125437" rtl="0" eaLnBrk="1" latinLnBrk="0" hangingPunct="1">
        <a:defRPr sz="2215" kern="1200">
          <a:solidFill>
            <a:schemeClr val="tx1"/>
          </a:solidFill>
          <a:latin typeface="+mn-lt"/>
          <a:ea typeface="+mn-ea"/>
          <a:cs typeface="+mn-cs"/>
        </a:defRPr>
      </a:lvl8pPr>
      <a:lvl9pPr marL="4501748" algn="l" defTabSz="1125437" rtl="0" eaLnBrk="1" latinLnBrk="0" hangingPunct="1">
        <a:defRPr sz="22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userDrawn="1">
          <p15:clr>
            <a:srgbClr val="F26B43"/>
          </p15:clr>
        </p15:guide>
        <p15:guide id="2" pos="204" userDrawn="1">
          <p15:clr>
            <a:srgbClr val="F26B43"/>
          </p15:clr>
        </p15:guide>
        <p15:guide id="3" pos="5556" userDrawn="1">
          <p15:clr>
            <a:srgbClr val="F26B43"/>
          </p15:clr>
        </p15:guide>
        <p15:guide id="5" orient="horz" pos="328" userDrawn="1">
          <p15:clr>
            <a:srgbClr val="F26B43"/>
          </p15:clr>
        </p15:guide>
        <p15:guide id="6" pos="2835" userDrawn="1">
          <p15:clr>
            <a:srgbClr val="F26B43"/>
          </p15:clr>
        </p15:guide>
        <p15:guide id="7" pos="567" userDrawn="1">
          <p15:clr>
            <a:srgbClr val="F26B43"/>
          </p15:clr>
        </p15:guide>
        <p15:guide id="8" pos="1020" userDrawn="1">
          <p15:clr>
            <a:srgbClr val="F26B43"/>
          </p15:clr>
        </p15:guide>
        <p15:guide id="9" pos="1474" userDrawn="1">
          <p15:clr>
            <a:srgbClr val="F26B43"/>
          </p15:clr>
        </p15:guide>
        <p15:guide id="10" pos="1927" userDrawn="1">
          <p15:clr>
            <a:srgbClr val="F26B43"/>
          </p15:clr>
        </p15:guide>
        <p15:guide id="11" pos="2381" userDrawn="1">
          <p15:clr>
            <a:srgbClr val="F26B43"/>
          </p15:clr>
        </p15:guide>
        <p15:guide id="12" pos="3288" userDrawn="1">
          <p15:clr>
            <a:srgbClr val="F26B43"/>
          </p15:clr>
        </p15:guide>
        <p15:guide id="13" pos="3742" userDrawn="1">
          <p15:clr>
            <a:srgbClr val="F26B43"/>
          </p15:clr>
        </p15:guide>
        <p15:guide id="14" pos="4195" userDrawn="1">
          <p15:clr>
            <a:srgbClr val="F26B43"/>
          </p15:clr>
        </p15:guide>
        <p15:guide id="15" pos="4649" userDrawn="1">
          <p15:clr>
            <a:srgbClr val="F26B43"/>
          </p15:clr>
        </p15:guide>
        <p15:guide id="16" pos="5103" userDrawn="1">
          <p15:clr>
            <a:srgbClr val="F26B43"/>
          </p15:clr>
        </p15:guide>
        <p15:guide id="17" pos="657" userDrawn="1">
          <p15:clr>
            <a:srgbClr val="F26B43"/>
          </p15:clr>
        </p15:guide>
        <p15:guide id="18" pos="1111" userDrawn="1">
          <p15:clr>
            <a:srgbClr val="F26B43"/>
          </p15:clr>
        </p15:guide>
        <p15:guide id="19" pos="1565" userDrawn="1">
          <p15:clr>
            <a:srgbClr val="F26B43"/>
          </p15:clr>
        </p15:guide>
        <p15:guide id="20" pos="2018" userDrawn="1">
          <p15:clr>
            <a:srgbClr val="F26B43"/>
          </p15:clr>
        </p15:guide>
        <p15:guide id="21" pos="2472" userDrawn="1">
          <p15:clr>
            <a:srgbClr val="F26B43"/>
          </p15:clr>
        </p15:guide>
        <p15:guide id="22" pos="2925" userDrawn="1">
          <p15:clr>
            <a:srgbClr val="F26B43"/>
          </p15:clr>
        </p15:guide>
        <p15:guide id="23" pos="3379" userDrawn="1">
          <p15:clr>
            <a:srgbClr val="F26B43"/>
          </p15:clr>
        </p15:guide>
        <p15:guide id="24" pos="3833" userDrawn="1">
          <p15:clr>
            <a:srgbClr val="F26B43"/>
          </p15:clr>
        </p15:guide>
        <p15:guide id="25" pos="4286" userDrawn="1">
          <p15:clr>
            <a:srgbClr val="F26B43"/>
          </p15:clr>
        </p15:guide>
        <p15:guide id="26" pos="4740" userDrawn="1">
          <p15:clr>
            <a:srgbClr val="F26B43"/>
          </p15:clr>
        </p15:guide>
        <p15:guide id="27" pos="5193" userDrawn="1">
          <p15:clr>
            <a:srgbClr val="F26B43"/>
          </p15:clr>
        </p15:guide>
        <p15:guide id="28" orient="horz" pos="2913" userDrawn="1">
          <p15:clr>
            <a:srgbClr val="F26B43"/>
          </p15:clr>
        </p15:guide>
        <p15:guide id="29" orient="horz" pos="30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4652E-B1CB-261F-DBE0-65EBDBD5BFF1}"/>
            </a:ext>
          </a:extLst>
        </p:cNvPr>
        <p:cNvGrpSpPr/>
        <p:nvPr/>
      </p:nvGrpSpPr>
      <p:grpSpPr>
        <a:xfrm>
          <a:off x="0" y="0"/>
          <a:ext cx="0" cy="0"/>
          <a:chOff x="0" y="0"/>
          <a:chExt cx="0" cy="0"/>
        </a:xfrm>
      </p:grpSpPr>
      <p:sp>
        <p:nvSpPr>
          <p:cNvPr id="2" name="Pladsholder til tekst 48">
            <a:extLst>
              <a:ext uri="{FF2B5EF4-FFF2-40B4-BE49-F238E27FC236}">
                <a16:creationId xmlns:a16="http://schemas.microsoft.com/office/drawing/2014/main" id="{EC7026D1-2A14-2FFB-F5F0-201619693CBF}"/>
              </a:ext>
            </a:extLst>
          </p:cNvPr>
          <p:cNvSpPr txBox="1">
            <a:spLocks/>
          </p:cNvSpPr>
          <p:nvPr/>
        </p:nvSpPr>
        <p:spPr>
          <a:xfrm>
            <a:off x="289698" y="2266787"/>
            <a:ext cx="3530935" cy="1985159"/>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3700" b="0" i="0" kern="1200">
                <a:solidFill>
                  <a:schemeClr val="bg1"/>
                </a:solidFill>
                <a:latin typeface="PP Eiko Light" pitchFamily="2" charset="-128"/>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fr-CH" dirty="0"/>
              <a:t>T</a:t>
            </a:r>
            <a:r>
              <a:rPr lang="en-GB" dirty="0"/>
              <a:t>itle</a:t>
            </a:r>
          </a:p>
          <a:p>
            <a:endParaRPr lang="en-GB" dirty="0"/>
          </a:p>
          <a:p>
            <a:endParaRPr lang="en-GB" dirty="0"/>
          </a:p>
          <a:p>
            <a:r>
              <a:rPr lang="en-GB" sz="1800" dirty="0"/>
              <a:t>Subtitle</a:t>
            </a:r>
          </a:p>
        </p:txBody>
      </p:sp>
      <p:sp>
        <p:nvSpPr>
          <p:cNvPr id="5" name="Rectangle: Single Corner Snipped 4">
            <a:extLst>
              <a:ext uri="{FF2B5EF4-FFF2-40B4-BE49-F238E27FC236}">
                <a16:creationId xmlns:a16="http://schemas.microsoft.com/office/drawing/2014/main" id="{75224232-BF54-86BD-52EF-013CD64151A7}"/>
              </a:ext>
            </a:extLst>
          </p:cNvPr>
          <p:cNvSpPr/>
          <p:nvPr/>
        </p:nvSpPr>
        <p:spPr>
          <a:xfrm>
            <a:off x="4501652" y="101555"/>
            <a:ext cx="4505548" cy="4931246"/>
          </a:xfrm>
          <a:prstGeom prst="snip1Rect">
            <a:avLst>
              <a:gd name="adj" fmla="val 29312"/>
            </a:avLst>
          </a:prstGeom>
          <a:noFill/>
          <a:ln w="19050" cap="rnd">
            <a:solidFill>
              <a:schemeClr val="bg1">
                <a:lumMod val="50000"/>
              </a:schemeClr>
            </a:solidFill>
            <a:prstDash val="soli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l">
              <a:lnSpc>
                <a:spcPct val="87000"/>
              </a:lnSpc>
              <a:spcAft>
                <a:spcPts val="300"/>
              </a:spcAft>
            </a:pPr>
            <a:endParaRPr lang="en-GB" sz="1000" dirty="0">
              <a:solidFill>
                <a:schemeClr val="tx2"/>
              </a:solidFill>
              <a:latin typeface="EpocaClassic-Light"/>
              <a:cs typeface="Arial" panose="020B0604020202020204" pitchFamily="34" charset="0"/>
            </a:endParaRPr>
          </a:p>
        </p:txBody>
      </p:sp>
      <p:sp>
        <p:nvSpPr>
          <p:cNvPr id="6" name="Pladsholder til tekst 48">
            <a:extLst>
              <a:ext uri="{FF2B5EF4-FFF2-40B4-BE49-F238E27FC236}">
                <a16:creationId xmlns:a16="http://schemas.microsoft.com/office/drawing/2014/main" id="{EA69041E-691D-47E2-CF61-0C507BE3E8CD}"/>
              </a:ext>
            </a:extLst>
          </p:cNvPr>
          <p:cNvSpPr txBox="1">
            <a:spLocks/>
          </p:cNvSpPr>
          <p:nvPr/>
        </p:nvSpPr>
        <p:spPr>
          <a:xfrm>
            <a:off x="329742" y="4749766"/>
            <a:ext cx="1289508" cy="123111"/>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800" b="1" i="0" kern="1200" spc="200" baseline="0">
                <a:solidFill>
                  <a:schemeClr val="bg1"/>
                </a:solidFill>
                <a:latin typeface="Arial" panose="020B0604020202020204" pitchFamily="34" charset="0"/>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b="0" dirty="0"/>
              <a:t>15 APRIL 2025</a:t>
            </a:r>
          </a:p>
        </p:txBody>
      </p:sp>
    </p:spTree>
    <p:extLst>
      <p:ext uri="{BB962C8B-B14F-4D97-AF65-F5344CB8AC3E}">
        <p14:creationId xmlns:p14="http://schemas.microsoft.com/office/powerpoint/2010/main" val="274645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2F9DF-9DAB-3437-6D55-F09E1A3EB5F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A981E43-7DC3-0EFC-44C0-C1094C255438}"/>
              </a:ext>
            </a:extLst>
          </p:cNvPr>
          <p:cNvSpPr/>
          <p:nvPr/>
        </p:nvSpPr>
        <p:spPr>
          <a:xfrm>
            <a:off x="323999" y="525669"/>
            <a:ext cx="2735114"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Header</a:t>
            </a:r>
          </a:p>
        </p:txBody>
      </p:sp>
      <p:sp>
        <p:nvSpPr>
          <p:cNvPr id="6" name="Rectangle 5">
            <a:extLst>
              <a:ext uri="{FF2B5EF4-FFF2-40B4-BE49-F238E27FC236}">
                <a16:creationId xmlns:a16="http://schemas.microsoft.com/office/drawing/2014/main" id="{F02154C8-955A-F1B9-8F80-3FD59E1A5FFA}"/>
              </a:ext>
            </a:extLst>
          </p:cNvPr>
          <p:cNvSpPr/>
          <p:nvPr/>
        </p:nvSpPr>
        <p:spPr>
          <a:xfrm>
            <a:off x="323998" y="1800000"/>
            <a:ext cx="2610119"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chemeClr val="accent6"/>
                </a:solidFill>
                <a:latin typeface="Arial" panose="020B0604020202020204" pitchFamily="34" charset="0"/>
                <a:cs typeface="Arial" panose="020B0604020202020204" pitchFamily="34" charset="0"/>
              </a:rPr>
              <a:t>Example text</a:t>
            </a:r>
          </a:p>
        </p:txBody>
      </p:sp>
    </p:spTree>
    <p:extLst>
      <p:ext uri="{BB962C8B-B14F-4D97-AF65-F5344CB8AC3E}">
        <p14:creationId xmlns:p14="http://schemas.microsoft.com/office/powerpoint/2010/main" val="3952731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DB033-0122-E97A-886D-3F24781E3E4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6C38024-8B90-8B95-FBE0-24FB209F24AF}"/>
              </a:ext>
            </a:extLst>
          </p:cNvPr>
          <p:cNvSpPr/>
          <p:nvPr/>
        </p:nvSpPr>
        <p:spPr>
          <a:xfrm>
            <a:off x="323999" y="525669"/>
            <a:ext cx="2735114"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Header</a:t>
            </a:r>
          </a:p>
        </p:txBody>
      </p:sp>
      <p:sp>
        <p:nvSpPr>
          <p:cNvPr id="6" name="Rectangle 5">
            <a:extLst>
              <a:ext uri="{FF2B5EF4-FFF2-40B4-BE49-F238E27FC236}">
                <a16:creationId xmlns:a16="http://schemas.microsoft.com/office/drawing/2014/main" id="{483AF1E9-C11D-6816-A6AF-68D112236EC8}"/>
              </a:ext>
            </a:extLst>
          </p:cNvPr>
          <p:cNvSpPr/>
          <p:nvPr/>
        </p:nvSpPr>
        <p:spPr>
          <a:xfrm>
            <a:off x="323998" y="1800000"/>
            <a:ext cx="2610119"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chemeClr val="accent6"/>
                </a:solidFill>
                <a:latin typeface="Arial" panose="020B0604020202020204" pitchFamily="34" charset="0"/>
                <a:cs typeface="Arial" panose="020B0604020202020204" pitchFamily="34" charset="0"/>
              </a:rPr>
              <a:t>Example text</a:t>
            </a:r>
          </a:p>
        </p:txBody>
      </p:sp>
    </p:spTree>
    <p:extLst>
      <p:ext uri="{BB962C8B-B14F-4D97-AF65-F5344CB8AC3E}">
        <p14:creationId xmlns:p14="http://schemas.microsoft.com/office/powerpoint/2010/main" val="698235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77E868-D8F1-66A9-51E2-B8BBD04D47EE}"/>
              </a:ext>
            </a:extLst>
          </p:cNvPr>
          <p:cNvSpPr/>
          <p:nvPr/>
        </p:nvSpPr>
        <p:spPr>
          <a:xfrm>
            <a:off x="323998" y="525669"/>
            <a:ext cx="7919889"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Header</a:t>
            </a:r>
          </a:p>
        </p:txBody>
      </p:sp>
      <p:sp>
        <p:nvSpPr>
          <p:cNvPr id="6" name="Rectangle 5">
            <a:extLst>
              <a:ext uri="{FF2B5EF4-FFF2-40B4-BE49-F238E27FC236}">
                <a16:creationId xmlns:a16="http://schemas.microsoft.com/office/drawing/2014/main" id="{8FAE099A-45B8-EC46-6B22-781200F22692}"/>
              </a:ext>
            </a:extLst>
          </p:cNvPr>
          <p:cNvSpPr/>
          <p:nvPr/>
        </p:nvSpPr>
        <p:spPr>
          <a:xfrm>
            <a:off x="323998" y="1080000"/>
            <a:ext cx="2610119"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chemeClr val="accent6"/>
                </a:solidFill>
                <a:latin typeface="Arial" panose="020B0604020202020204" pitchFamily="34" charset="0"/>
                <a:cs typeface="Arial" panose="020B0604020202020204" pitchFamily="34" charset="0"/>
              </a:rPr>
              <a:t>Example text</a:t>
            </a:r>
          </a:p>
        </p:txBody>
      </p:sp>
    </p:spTree>
    <p:extLst>
      <p:ext uri="{BB962C8B-B14F-4D97-AF65-F5344CB8AC3E}">
        <p14:creationId xmlns:p14="http://schemas.microsoft.com/office/powerpoint/2010/main" val="1332303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EDE6-749E-72FC-2CCA-F97D1178DB4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73DB50B-448F-FBA3-CBF7-CC8DFE37E5F5}"/>
              </a:ext>
            </a:extLst>
          </p:cNvPr>
          <p:cNvSpPr/>
          <p:nvPr/>
        </p:nvSpPr>
        <p:spPr>
          <a:xfrm>
            <a:off x="323998" y="525669"/>
            <a:ext cx="7919889"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Header</a:t>
            </a:r>
          </a:p>
        </p:txBody>
      </p:sp>
      <p:sp>
        <p:nvSpPr>
          <p:cNvPr id="6" name="Rectangle 5">
            <a:extLst>
              <a:ext uri="{FF2B5EF4-FFF2-40B4-BE49-F238E27FC236}">
                <a16:creationId xmlns:a16="http://schemas.microsoft.com/office/drawing/2014/main" id="{BDC196F0-D9DC-680D-EA83-C2AE231B75B6}"/>
              </a:ext>
            </a:extLst>
          </p:cNvPr>
          <p:cNvSpPr/>
          <p:nvPr/>
        </p:nvSpPr>
        <p:spPr>
          <a:xfrm>
            <a:off x="323998" y="1080000"/>
            <a:ext cx="2610119"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chemeClr val="accent6"/>
                </a:solidFill>
                <a:latin typeface="Arial" panose="020B0604020202020204" pitchFamily="34" charset="0"/>
                <a:cs typeface="Arial" panose="020B0604020202020204" pitchFamily="34" charset="0"/>
              </a:rPr>
              <a:t>Example text</a:t>
            </a:r>
          </a:p>
        </p:txBody>
      </p:sp>
    </p:spTree>
    <p:extLst>
      <p:ext uri="{BB962C8B-B14F-4D97-AF65-F5344CB8AC3E}">
        <p14:creationId xmlns:p14="http://schemas.microsoft.com/office/powerpoint/2010/main" val="390005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tekst 48">
            <a:extLst>
              <a:ext uri="{FF2B5EF4-FFF2-40B4-BE49-F238E27FC236}">
                <a16:creationId xmlns:a16="http://schemas.microsoft.com/office/drawing/2014/main" id="{DC4D1C9D-BE95-18B5-8594-26F438CAF42E}"/>
              </a:ext>
            </a:extLst>
          </p:cNvPr>
          <p:cNvSpPr txBox="1">
            <a:spLocks/>
          </p:cNvSpPr>
          <p:nvPr/>
        </p:nvSpPr>
        <p:spPr>
          <a:xfrm>
            <a:off x="289699" y="2266787"/>
            <a:ext cx="6514326" cy="954107"/>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3700" b="0" i="0" kern="1200">
                <a:solidFill>
                  <a:schemeClr val="bg1"/>
                </a:solidFill>
                <a:latin typeface="PP Eiko Light" pitchFamily="2" charset="-128"/>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dirty="0">
                <a:solidFill>
                  <a:schemeClr val="tx1"/>
                </a:solidFill>
              </a:rPr>
              <a:t>Print-friendly cover slide</a:t>
            </a:r>
          </a:p>
          <a:p>
            <a:pPr>
              <a:spcBef>
                <a:spcPts val="600"/>
              </a:spcBef>
            </a:pPr>
            <a:r>
              <a:rPr lang="en-GB" sz="2000" dirty="0">
                <a:solidFill>
                  <a:schemeClr val="tx1"/>
                </a:solidFill>
              </a:rPr>
              <a:t>Subheader here</a:t>
            </a:r>
          </a:p>
        </p:txBody>
      </p:sp>
      <p:sp>
        <p:nvSpPr>
          <p:cNvPr id="3" name="Pladsholder til tekst 48">
            <a:extLst>
              <a:ext uri="{FF2B5EF4-FFF2-40B4-BE49-F238E27FC236}">
                <a16:creationId xmlns:a16="http://schemas.microsoft.com/office/drawing/2014/main" id="{7CC521DA-21FD-45F5-DFD5-F3E1CCE2FD8C}"/>
              </a:ext>
            </a:extLst>
          </p:cNvPr>
          <p:cNvSpPr txBox="1">
            <a:spLocks/>
          </p:cNvSpPr>
          <p:nvPr/>
        </p:nvSpPr>
        <p:spPr>
          <a:xfrm>
            <a:off x="329742" y="4749766"/>
            <a:ext cx="1289508" cy="123111"/>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800" b="1" i="0" kern="1200" spc="200" baseline="0">
                <a:solidFill>
                  <a:schemeClr val="bg1"/>
                </a:solidFill>
                <a:latin typeface="Arial" panose="020B0604020202020204" pitchFamily="34" charset="0"/>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dirty="0">
                <a:solidFill>
                  <a:schemeClr val="tx1"/>
                </a:solidFill>
              </a:rPr>
              <a:t>MONTH 2024</a:t>
            </a:r>
          </a:p>
        </p:txBody>
      </p:sp>
    </p:spTree>
    <p:extLst>
      <p:ext uri="{BB962C8B-B14F-4D97-AF65-F5344CB8AC3E}">
        <p14:creationId xmlns:p14="http://schemas.microsoft.com/office/powerpoint/2010/main" val="848491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tekst 48">
            <a:extLst>
              <a:ext uri="{FF2B5EF4-FFF2-40B4-BE49-F238E27FC236}">
                <a16:creationId xmlns:a16="http://schemas.microsoft.com/office/drawing/2014/main" id="{F44EA2A0-0D18-3E7E-ABC6-A3F69CED5A86}"/>
              </a:ext>
            </a:extLst>
          </p:cNvPr>
          <p:cNvSpPr txBox="1">
            <a:spLocks/>
          </p:cNvSpPr>
          <p:nvPr/>
        </p:nvSpPr>
        <p:spPr>
          <a:xfrm>
            <a:off x="289698" y="2266787"/>
            <a:ext cx="5650727" cy="569387"/>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3700" b="0" i="0" kern="1200">
                <a:solidFill>
                  <a:schemeClr val="bg1"/>
                </a:solidFill>
                <a:latin typeface="PP Eiko Light" pitchFamily="2" charset="-128"/>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dirty="0"/>
              <a:t>Chapter slide</a:t>
            </a:r>
          </a:p>
        </p:txBody>
      </p:sp>
    </p:spTree>
    <p:extLst>
      <p:ext uri="{BB962C8B-B14F-4D97-AF65-F5344CB8AC3E}">
        <p14:creationId xmlns:p14="http://schemas.microsoft.com/office/powerpoint/2010/main" val="1811499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7680A-8EBE-6F43-7F89-BAF7F248A5FA}"/>
            </a:ext>
          </a:extLst>
        </p:cNvPr>
        <p:cNvGrpSpPr/>
        <p:nvPr/>
      </p:nvGrpSpPr>
      <p:grpSpPr>
        <a:xfrm>
          <a:off x="0" y="0"/>
          <a:ext cx="0" cy="0"/>
          <a:chOff x="0" y="0"/>
          <a:chExt cx="0" cy="0"/>
        </a:xfrm>
      </p:grpSpPr>
      <p:sp>
        <p:nvSpPr>
          <p:cNvPr id="3" name="Pladsholder til tekst 48">
            <a:extLst>
              <a:ext uri="{FF2B5EF4-FFF2-40B4-BE49-F238E27FC236}">
                <a16:creationId xmlns:a16="http://schemas.microsoft.com/office/drawing/2014/main" id="{9D517E76-2907-E7B6-5593-08EFAD65CE46}"/>
              </a:ext>
            </a:extLst>
          </p:cNvPr>
          <p:cNvSpPr txBox="1">
            <a:spLocks/>
          </p:cNvSpPr>
          <p:nvPr/>
        </p:nvSpPr>
        <p:spPr>
          <a:xfrm>
            <a:off x="329742" y="4749766"/>
            <a:ext cx="1289508" cy="123111"/>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800" b="1" i="0" kern="1200" spc="200" baseline="0">
                <a:solidFill>
                  <a:schemeClr val="bg1"/>
                </a:solidFill>
                <a:latin typeface="Arial" panose="020B0604020202020204" pitchFamily="34" charset="0"/>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dirty="0"/>
              <a:t>MONTH 2026</a:t>
            </a:r>
          </a:p>
        </p:txBody>
      </p:sp>
      <p:sp>
        <p:nvSpPr>
          <p:cNvPr id="4" name="Pladsholder til tekst 48">
            <a:extLst>
              <a:ext uri="{FF2B5EF4-FFF2-40B4-BE49-F238E27FC236}">
                <a16:creationId xmlns:a16="http://schemas.microsoft.com/office/drawing/2014/main" id="{23EE29E8-2A6F-336C-9CEC-D23AAD8316EB}"/>
              </a:ext>
            </a:extLst>
          </p:cNvPr>
          <p:cNvSpPr txBox="1">
            <a:spLocks/>
          </p:cNvSpPr>
          <p:nvPr/>
        </p:nvSpPr>
        <p:spPr>
          <a:xfrm>
            <a:off x="289698" y="2266787"/>
            <a:ext cx="5650727" cy="569387"/>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3700" b="0" i="0" kern="1200">
                <a:solidFill>
                  <a:schemeClr val="bg1"/>
                </a:solidFill>
                <a:latin typeface="PP Eiko Light" pitchFamily="2" charset="-128"/>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dirty="0"/>
              <a:t>Chapter slide</a:t>
            </a:r>
          </a:p>
        </p:txBody>
      </p:sp>
    </p:spTree>
    <p:extLst>
      <p:ext uri="{BB962C8B-B14F-4D97-AF65-F5344CB8AC3E}">
        <p14:creationId xmlns:p14="http://schemas.microsoft.com/office/powerpoint/2010/main" val="4093963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tekst 48">
            <a:extLst>
              <a:ext uri="{FF2B5EF4-FFF2-40B4-BE49-F238E27FC236}">
                <a16:creationId xmlns:a16="http://schemas.microsoft.com/office/drawing/2014/main" id="{86DD8D25-90C5-C422-9903-1E74BD2F36CC}"/>
              </a:ext>
            </a:extLst>
          </p:cNvPr>
          <p:cNvSpPr txBox="1">
            <a:spLocks/>
          </p:cNvSpPr>
          <p:nvPr/>
        </p:nvSpPr>
        <p:spPr>
          <a:xfrm>
            <a:off x="289698" y="2266787"/>
            <a:ext cx="5650727" cy="430887"/>
          </a:xfrm>
          <a:prstGeom prst="rect">
            <a:avLst/>
          </a:prstGeom>
        </p:spPr>
        <p:txBody>
          <a:bodyPr wrap="square" lIns="0" tIns="0" rIns="0" bIns="0">
            <a:spAutoFit/>
          </a:bodyPr>
          <a:lstStyle>
            <a:lvl1pPr marL="0" indent="0" algn="l" defTabSz="1125437" rtl="0" eaLnBrk="1" latinLnBrk="0" hangingPunct="1">
              <a:spcBef>
                <a:spcPts val="0"/>
              </a:spcBef>
              <a:buFont typeface="Arial" panose="020B0604020202020204" pitchFamily="34" charset="0"/>
              <a:buNone/>
              <a:defRPr sz="3700" b="0" i="0" kern="1200">
                <a:solidFill>
                  <a:schemeClr val="bg1"/>
                </a:solidFill>
                <a:latin typeface="PP Eiko Light" pitchFamily="2" charset="-128"/>
                <a:ea typeface="PP Eiko Light" pitchFamily="2" charset="-128"/>
                <a:cs typeface="Arial" panose="020B0604020202020204" pitchFamily="34" charset="0"/>
              </a:defRPr>
            </a:lvl1pPr>
            <a:lvl2pPr marL="107464" indent="-107464"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2pPr>
            <a:lvl3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3pPr>
            <a:lvl4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4pPr>
            <a:lvl5pPr marL="336067" indent="-121141" algn="l" defTabSz="1125437" rtl="0" eaLnBrk="1" latinLnBrk="0" hangingPunct="1">
              <a:spcBef>
                <a:spcPts val="0"/>
              </a:spcBef>
              <a:buFont typeface="Arial" panose="020B0604020202020204" pitchFamily="34" charset="0"/>
              <a:buChar char="•"/>
              <a:defRPr sz="14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sz="2800" dirty="0">
                <a:solidFill>
                  <a:schemeClr val="tx1"/>
                </a:solidFill>
              </a:rPr>
              <a:t>Print-friendly chapter slide</a:t>
            </a:r>
          </a:p>
        </p:txBody>
      </p:sp>
    </p:spTree>
    <p:extLst>
      <p:ext uri="{BB962C8B-B14F-4D97-AF65-F5344CB8AC3E}">
        <p14:creationId xmlns:p14="http://schemas.microsoft.com/office/powerpoint/2010/main" val="3561469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44C14-6893-FF25-B6FD-2AD5D41C5A9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EDCA61C-AD30-AA31-2FEE-749ACF4E158F}"/>
              </a:ext>
            </a:extLst>
          </p:cNvPr>
          <p:cNvSpPr/>
          <p:nvPr/>
        </p:nvSpPr>
        <p:spPr>
          <a:xfrm>
            <a:off x="323998" y="525669"/>
            <a:ext cx="7919889" cy="369332"/>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2400" dirty="0">
                <a:solidFill>
                  <a:schemeClr val="tx1"/>
                </a:solidFill>
                <a:latin typeface="PP Eiko Light" pitchFamily="2" charset="-128"/>
                <a:ea typeface="PP Eiko Light" pitchFamily="2" charset="-128"/>
                <a:cs typeface="Arial" panose="020B0604020202020204" pitchFamily="34" charset="0"/>
              </a:rPr>
              <a:t>Cape color palette</a:t>
            </a:r>
          </a:p>
        </p:txBody>
      </p:sp>
      <p:sp>
        <p:nvSpPr>
          <p:cNvPr id="6" name="Rectangle 5">
            <a:extLst>
              <a:ext uri="{FF2B5EF4-FFF2-40B4-BE49-F238E27FC236}">
                <a16:creationId xmlns:a16="http://schemas.microsoft.com/office/drawing/2014/main" id="{1A123D7F-633D-852E-E16B-F79AC2846027}"/>
              </a:ext>
            </a:extLst>
          </p:cNvPr>
          <p:cNvSpPr/>
          <p:nvPr/>
        </p:nvSpPr>
        <p:spPr>
          <a:xfrm>
            <a:off x="323998" y="1088182"/>
            <a:ext cx="4451202" cy="153888"/>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1000" dirty="0">
                <a:solidFill>
                  <a:schemeClr val="accent6"/>
                </a:solidFill>
                <a:latin typeface="Arial" panose="020B0604020202020204" pitchFamily="34" charset="0"/>
                <a:cs typeface="Arial" panose="020B0604020202020204" pitchFamily="34" charset="0"/>
              </a:rPr>
              <a:t>Reference these colors when you want access to the full Cape color palette</a:t>
            </a:r>
          </a:p>
        </p:txBody>
      </p:sp>
      <p:sp>
        <p:nvSpPr>
          <p:cNvPr id="7" name="Rectangle 6">
            <a:extLst>
              <a:ext uri="{FF2B5EF4-FFF2-40B4-BE49-F238E27FC236}">
                <a16:creationId xmlns:a16="http://schemas.microsoft.com/office/drawing/2014/main" id="{BB8C7F8C-00B1-CCAC-FEE9-30046F472E35}"/>
              </a:ext>
            </a:extLst>
          </p:cNvPr>
          <p:cNvSpPr>
            <a:spLocks noChangeAspect="1"/>
          </p:cNvSpPr>
          <p:nvPr/>
        </p:nvSpPr>
        <p:spPr>
          <a:xfrm>
            <a:off x="6081176" y="2549509"/>
            <a:ext cx="252000" cy="252000"/>
          </a:xfrm>
          <a:prstGeom prst="rect">
            <a:avLst/>
          </a:prstGeom>
          <a:solidFill>
            <a:srgbClr val="E4DFC8"/>
          </a:solidFill>
          <a:ln w="9525" cap="flat">
            <a:noFill/>
            <a:prstDash val="solid"/>
            <a:miter/>
          </a:ln>
        </p:spPr>
        <p:txBody>
          <a:bodyPr wrap="none">
            <a:noAutofit/>
          </a:bodyPr>
          <a:lstStyle/>
          <a:p>
            <a:endParaRPr lang="en-GB"/>
          </a:p>
        </p:txBody>
      </p:sp>
      <p:sp>
        <p:nvSpPr>
          <p:cNvPr id="11" name="Rectangle 10">
            <a:extLst>
              <a:ext uri="{FF2B5EF4-FFF2-40B4-BE49-F238E27FC236}">
                <a16:creationId xmlns:a16="http://schemas.microsoft.com/office/drawing/2014/main" id="{DE832577-DC22-3E94-D0E7-10475946C251}"/>
              </a:ext>
            </a:extLst>
          </p:cNvPr>
          <p:cNvSpPr>
            <a:spLocks noChangeAspect="1"/>
          </p:cNvSpPr>
          <p:nvPr/>
        </p:nvSpPr>
        <p:spPr>
          <a:xfrm>
            <a:off x="6081176" y="3172475"/>
            <a:ext cx="252000" cy="252000"/>
          </a:xfrm>
          <a:prstGeom prst="rect">
            <a:avLst/>
          </a:prstGeom>
          <a:solidFill>
            <a:srgbClr val="B1A2C1"/>
          </a:solidFill>
          <a:ln w="9525" cap="flat">
            <a:noFill/>
            <a:prstDash val="solid"/>
            <a:miter/>
          </a:ln>
        </p:spPr>
        <p:txBody>
          <a:bodyPr wrap="none">
            <a:noAutofit/>
          </a:bodyPr>
          <a:lstStyle/>
          <a:p>
            <a:endParaRPr lang="en-GB"/>
          </a:p>
        </p:txBody>
      </p:sp>
      <p:sp>
        <p:nvSpPr>
          <p:cNvPr id="13" name="Rectangle 12">
            <a:extLst>
              <a:ext uri="{FF2B5EF4-FFF2-40B4-BE49-F238E27FC236}">
                <a16:creationId xmlns:a16="http://schemas.microsoft.com/office/drawing/2014/main" id="{AEB70CF5-9F0B-125B-33EB-6D21CF7549E8}"/>
              </a:ext>
            </a:extLst>
          </p:cNvPr>
          <p:cNvSpPr>
            <a:spLocks noChangeAspect="1"/>
          </p:cNvSpPr>
          <p:nvPr/>
        </p:nvSpPr>
        <p:spPr>
          <a:xfrm>
            <a:off x="6081176" y="3485681"/>
            <a:ext cx="252000" cy="252000"/>
          </a:xfrm>
          <a:prstGeom prst="rect">
            <a:avLst/>
          </a:prstGeom>
          <a:solidFill>
            <a:srgbClr val="9FDAFF"/>
          </a:solidFill>
          <a:ln w="9525" cap="flat">
            <a:noFill/>
            <a:prstDash val="solid"/>
            <a:miter/>
          </a:ln>
        </p:spPr>
        <p:txBody>
          <a:bodyPr wrap="none">
            <a:noAutofit/>
          </a:bodyPr>
          <a:lstStyle/>
          <a:p>
            <a:endParaRPr lang="en-GB"/>
          </a:p>
        </p:txBody>
      </p:sp>
      <p:sp>
        <p:nvSpPr>
          <p:cNvPr id="15" name="Rectangle 14">
            <a:extLst>
              <a:ext uri="{FF2B5EF4-FFF2-40B4-BE49-F238E27FC236}">
                <a16:creationId xmlns:a16="http://schemas.microsoft.com/office/drawing/2014/main" id="{050307F3-D5F0-6DA0-6AD4-D6E54695B127}"/>
              </a:ext>
            </a:extLst>
          </p:cNvPr>
          <p:cNvSpPr>
            <a:spLocks noChangeAspect="1"/>
          </p:cNvSpPr>
          <p:nvPr/>
        </p:nvSpPr>
        <p:spPr>
          <a:xfrm>
            <a:off x="6081176" y="3790481"/>
            <a:ext cx="252000" cy="252000"/>
          </a:xfrm>
          <a:prstGeom prst="rect">
            <a:avLst/>
          </a:prstGeom>
          <a:solidFill>
            <a:srgbClr val="828010"/>
          </a:solidFill>
          <a:ln w="9525" cap="flat">
            <a:noFill/>
            <a:prstDash val="solid"/>
            <a:miter/>
          </a:ln>
        </p:spPr>
        <p:txBody>
          <a:bodyPr wrap="none">
            <a:noAutofit/>
          </a:bodyPr>
          <a:lstStyle/>
          <a:p>
            <a:endParaRPr lang="en-GB"/>
          </a:p>
        </p:txBody>
      </p:sp>
      <p:sp>
        <p:nvSpPr>
          <p:cNvPr id="17" name="Rectangle 16">
            <a:extLst>
              <a:ext uri="{FF2B5EF4-FFF2-40B4-BE49-F238E27FC236}">
                <a16:creationId xmlns:a16="http://schemas.microsoft.com/office/drawing/2014/main" id="{00BF2ADB-4413-7793-4F4F-AE896074F7C4}"/>
              </a:ext>
            </a:extLst>
          </p:cNvPr>
          <p:cNvSpPr>
            <a:spLocks noChangeAspect="1"/>
          </p:cNvSpPr>
          <p:nvPr/>
        </p:nvSpPr>
        <p:spPr>
          <a:xfrm>
            <a:off x="6397215" y="2549509"/>
            <a:ext cx="252000" cy="252000"/>
          </a:xfrm>
          <a:prstGeom prst="rect">
            <a:avLst/>
          </a:prstGeom>
          <a:solidFill>
            <a:srgbClr val="C66A37"/>
          </a:solidFill>
          <a:ln w="9525" cap="flat">
            <a:noFill/>
            <a:prstDash val="solid"/>
            <a:miter/>
          </a:ln>
        </p:spPr>
        <p:txBody>
          <a:bodyPr wrap="none">
            <a:noAutofit/>
          </a:bodyPr>
          <a:lstStyle/>
          <a:p>
            <a:endParaRPr lang="en-GB"/>
          </a:p>
        </p:txBody>
      </p:sp>
      <p:sp>
        <p:nvSpPr>
          <p:cNvPr id="19" name="Rectangle 18">
            <a:extLst>
              <a:ext uri="{FF2B5EF4-FFF2-40B4-BE49-F238E27FC236}">
                <a16:creationId xmlns:a16="http://schemas.microsoft.com/office/drawing/2014/main" id="{83A3DDA5-72B2-8E51-0258-9C8251140A70}"/>
              </a:ext>
            </a:extLst>
          </p:cNvPr>
          <p:cNvSpPr>
            <a:spLocks noChangeAspect="1"/>
          </p:cNvSpPr>
          <p:nvPr/>
        </p:nvSpPr>
        <p:spPr>
          <a:xfrm>
            <a:off x="6397215" y="2861566"/>
            <a:ext cx="252000" cy="252000"/>
          </a:xfrm>
          <a:prstGeom prst="rect">
            <a:avLst/>
          </a:prstGeom>
          <a:solidFill>
            <a:srgbClr val="105782"/>
          </a:solidFill>
          <a:ln w="9525" cap="flat">
            <a:noFill/>
            <a:prstDash val="solid"/>
            <a:miter/>
          </a:ln>
        </p:spPr>
        <p:txBody>
          <a:bodyPr wrap="none">
            <a:noAutofit/>
          </a:bodyPr>
          <a:lstStyle/>
          <a:p>
            <a:endParaRPr lang="en-GB"/>
          </a:p>
        </p:txBody>
      </p:sp>
      <p:sp>
        <p:nvSpPr>
          <p:cNvPr id="21" name="Rectangle 20">
            <a:extLst>
              <a:ext uri="{FF2B5EF4-FFF2-40B4-BE49-F238E27FC236}">
                <a16:creationId xmlns:a16="http://schemas.microsoft.com/office/drawing/2014/main" id="{6147A041-802D-EFC4-F567-BE8C4D759F8B}"/>
              </a:ext>
            </a:extLst>
          </p:cNvPr>
          <p:cNvSpPr>
            <a:spLocks noChangeAspect="1"/>
          </p:cNvSpPr>
          <p:nvPr/>
        </p:nvSpPr>
        <p:spPr>
          <a:xfrm>
            <a:off x="6397215" y="3172475"/>
            <a:ext cx="252000" cy="252000"/>
          </a:xfrm>
          <a:prstGeom prst="rect">
            <a:avLst/>
          </a:prstGeom>
          <a:solidFill>
            <a:srgbClr val="F7C9C9"/>
          </a:solidFill>
          <a:ln w="9525" cap="flat">
            <a:noFill/>
            <a:prstDash val="solid"/>
            <a:miter/>
          </a:ln>
        </p:spPr>
        <p:txBody>
          <a:bodyPr wrap="none">
            <a:noAutofit/>
          </a:bodyPr>
          <a:lstStyle/>
          <a:p>
            <a:endParaRPr lang="en-GB"/>
          </a:p>
        </p:txBody>
      </p:sp>
      <p:sp>
        <p:nvSpPr>
          <p:cNvPr id="23" name="Rectangle 22">
            <a:extLst>
              <a:ext uri="{FF2B5EF4-FFF2-40B4-BE49-F238E27FC236}">
                <a16:creationId xmlns:a16="http://schemas.microsoft.com/office/drawing/2014/main" id="{063EAD93-212E-19FF-1854-DC72299528C1}"/>
              </a:ext>
            </a:extLst>
          </p:cNvPr>
          <p:cNvSpPr>
            <a:spLocks noChangeAspect="1"/>
          </p:cNvSpPr>
          <p:nvPr/>
        </p:nvSpPr>
        <p:spPr>
          <a:xfrm>
            <a:off x="6397215" y="3485681"/>
            <a:ext cx="252000" cy="252000"/>
          </a:xfrm>
          <a:prstGeom prst="rect">
            <a:avLst/>
          </a:prstGeom>
          <a:solidFill>
            <a:srgbClr val="ACC79B"/>
          </a:solidFill>
          <a:ln w="9525" cap="flat">
            <a:noFill/>
            <a:prstDash val="solid"/>
            <a:miter/>
          </a:ln>
        </p:spPr>
        <p:txBody>
          <a:bodyPr wrap="none">
            <a:noAutofit/>
          </a:bodyPr>
          <a:lstStyle/>
          <a:p>
            <a:endParaRPr lang="en-GB"/>
          </a:p>
        </p:txBody>
      </p:sp>
      <p:sp>
        <p:nvSpPr>
          <p:cNvPr id="25" name="Rectangle 24">
            <a:extLst>
              <a:ext uri="{FF2B5EF4-FFF2-40B4-BE49-F238E27FC236}">
                <a16:creationId xmlns:a16="http://schemas.microsoft.com/office/drawing/2014/main" id="{7F783035-903F-1B86-D99E-A3ACFD9738A1}"/>
              </a:ext>
            </a:extLst>
          </p:cNvPr>
          <p:cNvSpPr>
            <a:spLocks noChangeAspect="1"/>
          </p:cNvSpPr>
          <p:nvPr/>
        </p:nvSpPr>
        <p:spPr>
          <a:xfrm>
            <a:off x="6397215" y="3790481"/>
            <a:ext cx="252000" cy="252000"/>
          </a:xfrm>
          <a:prstGeom prst="rect">
            <a:avLst/>
          </a:prstGeom>
          <a:solidFill>
            <a:schemeClr val="accent5"/>
          </a:solidFill>
          <a:ln w="9525" cap="flat">
            <a:noFill/>
            <a:prstDash val="solid"/>
            <a:miter/>
          </a:ln>
        </p:spPr>
        <p:txBody>
          <a:bodyPr wrap="none">
            <a:noAutofit/>
          </a:bodyPr>
          <a:lstStyle/>
          <a:p>
            <a:endParaRPr lang="en-GB"/>
          </a:p>
        </p:txBody>
      </p:sp>
      <p:sp>
        <p:nvSpPr>
          <p:cNvPr id="51" name="Rectangle 50">
            <a:extLst>
              <a:ext uri="{FF2B5EF4-FFF2-40B4-BE49-F238E27FC236}">
                <a16:creationId xmlns:a16="http://schemas.microsoft.com/office/drawing/2014/main" id="{BBB56AA3-7A7F-4AF8-5A79-AB5CC1A6EDB0}"/>
              </a:ext>
            </a:extLst>
          </p:cNvPr>
          <p:cNvSpPr>
            <a:spLocks noChangeAspect="1"/>
          </p:cNvSpPr>
          <p:nvPr/>
        </p:nvSpPr>
        <p:spPr>
          <a:xfrm>
            <a:off x="648783" y="2861566"/>
            <a:ext cx="252000" cy="252000"/>
          </a:xfrm>
          <a:prstGeom prst="rect">
            <a:avLst/>
          </a:prstGeom>
          <a:solidFill>
            <a:srgbClr val="F5F2E6"/>
          </a:solidFill>
          <a:ln w="9525" cap="flat">
            <a:noFill/>
            <a:prstDash val="solid"/>
            <a:miter/>
          </a:ln>
        </p:spPr>
        <p:txBody>
          <a:bodyPr wrap="none">
            <a:noAutofit/>
          </a:bodyPr>
          <a:lstStyle/>
          <a:p>
            <a:endParaRPr lang="en-GB"/>
          </a:p>
        </p:txBody>
      </p:sp>
      <p:sp>
        <p:nvSpPr>
          <p:cNvPr id="53" name="Rectangle 52">
            <a:extLst>
              <a:ext uri="{FF2B5EF4-FFF2-40B4-BE49-F238E27FC236}">
                <a16:creationId xmlns:a16="http://schemas.microsoft.com/office/drawing/2014/main" id="{CC203ADA-49CC-F1A5-4B29-3BF06032DE54}"/>
              </a:ext>
            </a:extLst>
          </p:cNvPr>
          <p:cNvSpPr>
            <a:spLocks noChangeAspect="1"/>
          </p:cNvSpPr>
          <p:nvPr/>
        </p:nvSpPr>
        <p:spPr>
          <a:xfrm>
            <a:off x="339052" y="2549509"/>
            <a:ext cx="252000" cy="252000"/>
          </a:xfrm>
          <a:prstGeom prst="rect">
            <a:avLst/>
          </a:prstGeom>
          <a:solidFill>
            <a:schemeClr val="accent1"/>
          </a:solidFill>
          <a:ln w="9525" cap="flat">
            <a:noFill/>
            <a:prstDash val="solid"/>
            <a:miter/>
          </a:ln>
        </p:spPr>
        <p:txBody>
          <a:bodyPr wrap="none">
            <a:noAutofit/>
          </a:bodyPr>
          <a:lstStyle/>
          <a:p>
            <a:endParaRPr lang="en-GB"/>
          </a:p>
        </p:txBody>
      </p:sp>
      <p:sp>
        <p:nvSpPr>
          <p:cNvPr id="54" name="Rectangle 53">
            <a:extLst>
              <a:ext uri="{FF2B5EF4-FFF2-40B4-BE49-F238E27FC236}">
                <a16:creationId xmlns:a16="http://schemas.microsoft.com/office/drawing/2014/main" id="{EEC5F5C2-63A0-414A-A083-7DFD062A4A3D}"/>
              </a:ext>
            </a:extLst>
          </p:cNvPr>
          <p:cNvSpPr>
            <a:spLocks noChangeAspect="1"/>
          </p:cNvSpPr>
          <p:nvPr/>
        </p:nvSpPr>
        <p:spPr>
          <a:xfrm>
            <a:off x="648783" y="2549509"/>
            <a:ext cx="252000" cy="252000"/>
          </a:xfrm>
          <a:prstGeom prst="rect">
            <a:avLst/>
          </a:prstGeom>
          <a:solidFill>
            <a:schemeClr val="accent2"/>
          </a:solidFill>
          <a:ln w="9525" cap="flat">
            <a:noFill/>
            <a:prstDash val="solid"/>
            <a:miter/>
          </a:ln>
        </p:spPr>
        <p:txBody>
          <a:bodyPr wrap="none">
            <a:noAutofit/>
          </a:bodyPr>
          <a:lstStyle/>
          <a:p>
            <a:endParaRPr lang="en-GB" dirty="0"/>
          </a:p>
        </p:txBody>
      </p:sp>
      <p:sp>
        <p:nvSpPr>
          <p:cNvPr id="55" name="Rectangle 54">
            <a:extLst>
              <a:ext uri="{FF2B5EF4-FFF2-40B4-BE49-F238E27FC236}">
                <a16:creationId xmlns:a16="http://schemas.microsoft.com/office/drawing/2014/main" id="{5DD9F46A-F3AA-C770-C289-49E5677187A0}"/>
              </a:ext>
            </a:extLst>
          </p:cNvPr>
          <p:cNvSpPr>
            <a:spLocks noChangeAspect="1"/>
          </p:cNvSpPr>
          <p:nvPr/>
        </p:nvSpPr>
        <p:spPr>
          <a:xfrm>
            <a:off x="339052" y="2861566"/>
            <a:ext cx="252000" cy="252000"/>
          </a:xfrm>
          <a:prstGeom prst="rect">
            <a:avLst/>
          </a:prstGeom>
          <a:solidFill>
            <a:schemeClr val="accent3"/>
          </a:solidFill>
          <a:ln w="9525" cap="flat">
            <a:noFill/>
            <a:prstDash val="solid"/>
            <a:miter/>
          </a:ln>
        </p:spPr>
        <p:txBody>
          <a:bodyPr wrap="none">
            <a:noAutofit/>
          </a:bodyPr>
          <a:lstStyle/>
          <a:p>
            <a:endParaRPr lang="en-GB"/>
          </a:p>
        </p:txBody>
      </p:sp>
      <p:sp>
        <p:nvSpPr>
          <p:cNvPr id="57" name="Rectangle 56">
            <a:extLst>
              <a:ext uri="{FF2B5EF4-FFF2-40B4-BE49-F238E27FC236}">
                <a16:creationId xmlns:a16="http://schemas.microsoft.com/office/drawing/2014/main" id="{02523C2D-3742-FE3B-4671-04C00AEE7395}"/>
              </a:ext>
            </a:extLst>
          </p:cNvPr>
          <p:cNvSpPr/>
          <p:nvPr/>
        </p:nvSpPr>
        <p:spPr>
          <a:xfrm>
            <a:off x="329473" y="2363847"/>
            <a:ext cx="1055351" cy="123111"/>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800" b="1" dirty="0">
                <a:solidFill>
                  <a:schemeClr val="accent6"/>
                </a:solidFill>
                <a:latin typeface="Arial" panose="020B0604020202020204" pitchFamily="34" charset="0"/>
                <a:cs typeface="Arial" panose="020B0604020202020204" pitchFamily="34" charset="0"/>
              </a:rPr>
              <a:t>Main colors</a:t>
            </a:r>
          </a:p>
        </p:txBody>
      </p:sp>
      <p:sp>
        <p:nvSpPr>
          <p:cNvPr id="58" name="Rectangle 57">
            <a:extLst>
              <a:ext uri="{FF2B5EF4-FFF2-40B4-BE49-F238E27FC236}">
                <a16:creationId xmlns:a16="http://schemas.microsoft.com/office/drawing/2014/main" id="{D8BE618C-C5A1-1A5E-C999-E47992962D31}"/>
              </a:ext>
            </a:extLst>
          </p:cNvPr>
          <p:cNvSpPr>
            <a:spLocks noChangeAspect="1"/>
          </p:cNvSpPr>
          <p:nvPr/>
        </p:nvSpPr>
        <p:spPr>
          <a:xfrm>
            <a:off x="339052" y="3172475"/>
            <a:ext cx="252000" cy="252000"/>
          </a:xfrm>
          <a:prstGeom prst="rect">
            <a:avLst/>
          </a:prstGeom>
          <a:solidFill>
            <a:schemeClr val="tx1"/>
          </a:solidFill>
          <a:ln w="9525" cap="flat">
            <a:noFill/>
            <a:prstDash val="solid"/>
            <a:miter/>
          </a:ln>
        </p:spPr>
        <p:txBody>
          <a:bodyPr wrap="none">
            <a:noAutofit/>
          </a:bodyPr>
          <a:lstStyle/>
          <a:p>
            <a:endParaRPr lang="en-GB"/>
          </a:p>
        </p:txBody>
      </p:sp>
      <p:sp>
        <p:nvSpPr>
          <p:cNvPr id="59" name="Rectangle 58">
            <a:extLst>
              <a:ext uri="{FF2B5EF4-FFF2-40B4-BE49-F238E27FC236}">
                <a16:creationId xmlns:a16="http://schemas.microsoft.com/office/drawing/2014/main" id="{07B897EA-6990-5773-CC55-A61304320CCF}"/>
              </a:ext>
            </a:extLst>
          </p:cNvPr>
          <p:cNvSpPr/>
          <p:nvPr/>
        </p:nvSpPr>
        <p:spPr>
          <a:xfrm>
            <a:off x="6081176" y="2363847"/>
            <a:ext cx="1055351" cy="123111"/>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800" b="1" dirty="0">
                <a:solidFill>
                  <a:schemeClr val="accent6"/>
                </a:solidFill>
                <a:latin typeface="Arial" panose="020B0604020202020204" pitchFamily="34" charset="0"/>
                <a:cs typeface="Arial" panose="020B0604020202020204" pitchFamily="34" charset="0"/>
              </a:rPr>
              <a:t>Secondary colors</a:t>
            </a:r>
          </a:p>
        </p:txBody>
      </p:sp>
      <p:sp>
        <p:nvSpPr>
          <p:cNvPr id="60" name="Rectangle 59">
            <a:extLst>
              <a:ext uri="{FF2B5EF4-FFF2-40B4-BE49-F238E27FC236}">
                <a16:creationId xmlns:a16="http://schemas.microsoft.com/office/drawing/2014/main" id="{79E35645-72D4-F8E0-86BC-472078CE79F0}"/>
              </a:ext>
            </a:extLst>
          </p:cNvPr>
          <p:cNvSpPr>
            <a:spLocks noChangeAspect="1"/>
          </p:cNvSpPr>
          <p:nvPr/>
        </p:nvSpPr>
        <p:spPr>
          <a:xfrm>
            <a:off x="648783" y="3172475"/>
            <a:ext cx="252000" cy="252000"/>
          </a:xfrm>
          <a:prstGeom prst="rect">
            <a:avLst/>
          </a:prstGeom>
          <a:solidFill>
            <a:schemeClr val="bg1"/>
          </a:solidFill>
          <a:ln w="3175" cap="flat">
            <a:solidFill>
              <a:schemeClr val="accent5"/>
            </a:solidFill>
            <a:prstDash val="solid"/>
            <a:miter/>
          </a:ln>
        </p:spPr>
        <p:txBody>
          <a:bodyPr wrap="none">
            <a:noAutofit/>
          </a:bodyPr>
          <a:lstStyle/>
          <a:p>
            <a:endParaRPr lang="en-GB"/>
          </a:p>
        </p:txBody>
      </p:sp>
      <p:sp>
        <p:nvSpPr>
          <p:cNvPr id="61" name="Rectangle 60">
            <a:extLst>
              <a:ext uri="{FF2B5EF4-FFF2-40B4-BE49-F238E27FC236}">
                <a16:creationId xmlns:a16="http://schemas.microsoft.com/office/drawing/2014/main" id="{8C14A92C-CBC9-E9AC-CCE8-5AB2025E4FAC}"/>
              </a:ext>
            </a:extLst>
          </p:cNvPr>
          <p:cNvSpPr/>
          <p:nvPr/>
        </p:nvSpPr>
        <p:spPr>
          <a:xfrm>
            <a:off x="2441445" y="2363847"/>
            <a:ext cx="1559045" cy="123111"/>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Aft>
                <a:spcPts val="300"/>
              </a:spcAft>
            </a:pPr>
            <a:r>
              <a:rPr lang="en-GB" sz="800" b="1" dirty="0">
                <a:solidFill>
                  <a:schemeClr val="accent6"/>
                </a:solidFill>
                <a:latin typeface="Arial" panose="020B0604020202020204" pitchFamily="34" charset="0"/>
                <a:cs typeface="Arial" panose="020B0604020202020204" pitchFamily="34" charset="0"/>
              </a:rPr>
              <a:t>Main colors (shades)</a:t>
            </a:r>
          </a:p>
        </p:txBody>
      </p:sp>
      <p:sp>
        <p:nvSpPr>
          <p:cNvPr id="62" name="Rectangle 61">
            <a:extLst>
              <a:ext uri="{FF2B5EF4-FFF2-40B4-BE49-F238E27FC236}">
                <a16:creationId xmlns:a16="http://schemas.microsoft.com/office/drawing/2014/main" id="{9A350740-7413-8314-C1CC-1EA066B7B588}"/>
              </a:ext>
            </a:extLst>
          </p:cNvPr>
          <p:cNvSpPr>
            <a:spLocks noChangeAspect="1"/>
          </p:cNvSpPr>
          <p:nvPr/>
        </p:nvSpPr>
        <p:spPr>
          <a:xfrm>
            <a:off x="2441445" y="3485681"/>
            <a:ext cx="252000" cy="252000"/>
          </a:xfrm>
          <a:prstGeom prst="rect">
            <a:avLst/>
          </a:prstGeom>
          <a:solidFill>
            <a:srgbClr val="E4DFC8"/>
          </a:solidFill>
          <a:ln w="9525" cap="flat">
            <a:noFill/>
            <a:prstDash val="solid"/>
            <a:miter/>
          </a:ln>
        </p:spPr>
        <p:txBody>
          <a:bodyPr wrap="none">
            <a:noAutofit/>
          </a:bodyPr>
          <a:lstStyle/>
          <a:p>
            <a:endParaRPr lang="en-GB"/>
          </a:p>
        </p:txBody>
      </p:sp>
      <p:sp>
        <p:nvSpPr>
          <p:cNvPr id="63" name="Rectangle 62">
            <a:extLst>
              <a:ext uri="{FF2B5EF4-FFF2-40B4-BE49-F238E27FC236}">
                <a16:creationId xmlns:a16="http://schemas.microsoft.com/office/drawing/2014/main" id="{CEC32D62-FA3F-5AE4-2607-03D4F8083829}"/>
              </a:ext>
            </a:extLst>
          </p:cNvPr>
          <p:cNvSpPr>
            <a:spLocks noChangeAspect="1"/>
          </p:cNvSpPr>
          <p:nvPr/>
        </p:nvSpPr>
        <p:spPr>
          <a:xfrm>
            <a:off x="2441445" y="2549509"/>
            <a:ext cx="252000" cy="252000"/>
          </a:xfrm>
          <a:prstGeom prst="rect">
            <a:avLst/>
          </a:prstGeom>
          <a:solidFill>
            <a:srgbClr val="4A090A"/>
          </a:solidFill>
          <a:ln w="9525" cap="flat">
            <a:noFill/>
            <a:prstDash val="solid"/>
            <a:miter/>
          </a:ln>
        </p:spPr>
        <p:txBody>
          <a:bodyPr wrap="none">
            <a:noAutofit/>
          </a:bodyPr>
          <a:lstStyle/>
          <a:p>
            <a:endParaRPr lang="en-GB"/>
          </a:p>
        </p:txBody>
      </p:sp>
      <p:sp>
        <p:nvSpPr>
          <p:cNvPr id="64" name="Rectangle 63">
            <a:extLst>
              <a:ext uri="{FF2B5EF4-FFF2-40B4-BE49-F238E27FC236}">
                <a16:creationId xmlns:a16="http://schemas.microsoft.com/office/drawing/2014/main" id="{CE4E08EF-1EC8-5E3F-CB83-6FB35E122D70}"/>
              </a:ext>
            </a:extLst>
          </p:cNvPr>
          <p:cNvSpPr>
            <a:spLocks noChangeAspect="1"/>
          </p:cNvSpPr>
          <p:nvPr/>
        </p:nvSpPr>
        <p:spPr>
          <a:xfrm>
            <a:off x="2441445" y="2861566"/>
            <a:ext cx="252000" cy="252000"/>
          </a:xfrm>
          <a:prstGeom prst="rect">
            <a:avLst/>
          </a:prstGeom>
          <a:solidFill>
            <a:srgbClr val="2D1F3B"/>
          </a:solidFill>
          <a:ln w="9525" cap="flat">
            <a:noFill/>
            <a:prstDash val="solid"/>
            <a:miter/>
          </a:ln>
        </p:spPr>
        <p:txBody>
          <a:bodyPr wrap="none">
            <a:noAutofit/>
          </a:bodyPr>
          <a:lstStyle/>
          <a:p>
            <a:endParaRPr lang="en-GB"/>
          </a:p>
        </p:txBody>
      </p:sp>
      <p:sp>
        <p:nvSpPr>
          <p:cNvPr id="65" name="Rectangle 64">
            <a:extLst>
              <a:ext uri="{FF2B5EF4-FFF2-40B4-BE49-F238E27FC236}">
                <a16:creationId xmlns:a16="http://schemas.microsoft.com/office/drawing/2014/main" id="{51F976D6-31CB-E713-8EC7-B81B65497E05}"/>
              </a:ext>
            </a:extLst>
          </p:cNvPr>
          <p:cNvSpPr>
            <a:spLocks noChangeAspect="1"/>
          </p:cNvSpPr>
          <p:nvPr/>
        </p:nvSpPr>
        <p:spPr>
          <a:xfrm>
            <a:off x="2441445" y="3172475"/>
            <a:ext cx="252000" cy="252000"/>
          </a:xfrm>
          <a:prstGeom prst="rect">
            <a:avLst/>
          </a:prstGeom>
          <a:solidFill>
            <a:srgbClr val="033138"/>
          </a:solidFill>
          <a:ln w="9525" cap="flat">
            <a:noFill/>
            <a:prstDash val="solid"/>
            <a:miter/>
          </a:ln>
        </p:spPr>
        <p:txBody>
          <a:bodyPr wrap="none">
            <a:noAutofit/>
          </a:bodyPr>
          <a:lstStyle/>
          <a:p>
            <a:endParaRPr lang="en-GB"/>
          </a:p>
        </p:txBody>
      </p:sp>
      <p:sp>
        <p:nvSpPr>
          <p:cNvPr id="66" name="Rectangle 65">
            <a:extLst>
              <a:ext uri="{FF2B5EF4-FFF2-40B4-BE49-F238E27FC236}">
                <a16:creationId xmlns:a16="http://schemas.microsoft.com/office/drawing/2014/main" id="{F4D45EA0-EB5B-C82C-7AB4-013BDE72B41D}"/>
              </a:ext>
            </a:extLst>
          </p:cNvPr>
          <p:cNvSpPr>
            <a:spLocks noChangeAspect="1"/>
          </p:cNvSpPr>
          <p:nvPr/>
        </p:nvSpPr>
        <p:spPr>
          <a:xfrm>
            <a:off x="2749380" y="3485681"/>
            <a:ext cx="252000" cy="252000"/>
          </a:xfrm>
          <a:prstGeom prst="rect">
            <a:avLst/>
          </a:prstGeom>
          <a:solidFill>
            <a:srgbClr val="EFECDD"/>
          </a:solidFill>
          <a:ln w="9525" cap="flat">
            <a:noFill/>
            <a:prstDash val="solid"/>
            <a:miter/>
          </a:ln>
        </p:spPr>
        <p:txBody>
          <a:bodyPr wrap="none">
            <a:noAutofit/>
          </a:bodyPr>
          <a:lstStyle/>
          <a:p>
            <a:endParaRPr lang="en-GB"/>
          </a:p>
        </p:txBody>
      </p:sp>
      <p:sp>
        <p:nvSpPr>
          <p:cNvPr id="67" name="Rectangle 66">
            <a:extLst>
              <a:ext uri="{FF2B5EF4-FFF2-40B4-BE49-F238E27FC236}">
                <a16:creationId xmlns:a16="http://schemas.microsoft.com/office/drawing/2014/main" id="{10CB4A8E-8D8F-0BAD-D550-C74441D65075}"/>
              </a:ext>
            </a:extLst>
          </p:cNvPr>
          <p:cNvSpPr>
            <a:spLocks noChangeAspect="1"/>
          </p:cNvSpPr>
          <p:nvPr/>
        </p:nvSpPr>
        <p:spPr>
          <a:xfrm>
            <a:off x="2749380" y="2549509"/>
            <a:ext cx="252000" cy="252000"/>
          </a:xfrm>
          <a:prstGeom prst="rect">
            <a:avLst/>
          </a:prstGeom>
          <a:solidFill>
            <a:schemeClr val="accent1"/>
          </a:solidFill>
          <a:ln w="9525" cap="flat">
            <a:noFill/>
            <a:prstDash val="solid"/>
            <a:miter/>
          </a:ln>
        </p:spPr>
        <p:txBody>
          <a:bodyPr wrap="none">
            <a:noAutofit/>
          </a:bodyPr>
          <a:lstStyle/>
          <a:p>
            <a:endParaRPr lang="en-GB"/>
          </a:p>
        </p:txBody>
      </p:sp>
      <p:sp>
        <p:nvSpPr>
          <p:cNvPr id="68" name="Rectangle 67">
            <a:extLst>
              <a:ext uri="{FF2B5EF4-FFF2-40B4-BE49-F238E27FC236}">
                <a16:creationId xmlns:a16="http://schemas.microsoft.com/office/drawing/2014/main" id="{265496DD-28CA-5768-4C06-D3697F24FAF7}"/>
              </a:ext>
            </a:extLst>
          </p:cNvPr>
          <p:cNvSpPr>
            <a:spLocks noChangeAspect="1"/>
          </p:cNvSpPr>
          <p:nvPr/>
        </p:nvSpPr>
        <p:spPr>
          <a:xfrm>
            <a:off x="2749380" y="2861566"/>
            <a:ext cx="252000" cy="252000"/>
          </a:xfrm>
          <a:prstGeom prst="rect">
            <a:avLst/>
          </a:prstGeom>
          <a:solidFill>
            <a:schemeClr val="accent2"/>
          </a:solidFill>
          <a:ln w="9525" cap="flat">
            <a:noFill/>
            <a:prstDash val="solid"/>
            <a:miter/>
          </a:ln>
        </p:spPr>
        <p:txBody>
          <a:bodyPr wrap="none">
            <a:noAutofit/>
          </a:bodyPr>
          <a:lstStyle/>
          <a:p>
            <a:endParaRPr lang="en-GB"/>
          </a:p>
        </p:txBody>
      </p:sp>
      <p:sp>
        <p:nvSpPr>
          <p:cNvPr id="69" name="Rectangle 68">
            <a:extLst>
              <a:ext uri="{FF2B5EF4-FFF2-40B4-BE49-F238E27FC236}">
                <a16:creationId xmlns:a16="http://schemas.microsoft.com/office/drawing/2014/main" id="{60A3F7E2-5752-BC29-D974-AAE86F789C28}"/>
              </a:ext>
            </a:extLst>
          </p:cNvPr>
          <p:cNvSpPr>
            <a:spLocks noChangeAspect="1"/>
          </p:cNvSpPr>
          <p:nvPr/>
        </p:nvSpPr>
        <p:spPr>
          <a:xfrm>
            <a:off x="2749380" y="3172475"/>
            <a:ext cx="252000" cy="252000"/>
          </a:xfrm>
          <a:prstGeom prst="rect">
            <a:avLst/>
          </a:prstGeom>
          <a:solidFill>
            <a:schemeClr val="accent3"/>
          </a:solidFill>
          <a:ln w="9525" cap="flat">
            <a:noFill/>
            <a:prstDash val="solid"/>
            <a:miter/>
          </a:ln>
        </p:spPr>
        <p:txBody>
          <a:bodyPr wrap="none">
            <a:noAutofit/>
          </a:bodyPr>
          <a:lstStyle/>
          <a:p>
            <a:endParaRPr lang="en-GB"/>
          </a:p>
        </p:txBody>
      </p:sp>
      <p:sp>
        <p:nvSpPr>
          <p:cNvPr id="70" name="Rectangle 69">
            <a:extLst>
              <a:ext uri="{FF2B5EF4-FFF2-40B4-BE49-F238E27FC236}">
                <a16:creationId xmlns:a16="http://schemas.microsoft.com/office/drawing/2014/main" id="{DAEAF731-C285-D1E6-A9B3-05853234599A}"/>
              </a:ext>
            </a:extLst>
          </p:cNvPr>
          <p:cNvSpPr>
            <a:spLocks noChangeAspect="1"/>
          </p:cNvSpPr>
          <p:nvPr/>
        </p:nvSpPr>
        <p:spPr>
          <a:xfrm>
            <a:off x="3057315" y="3485681"/>
            <a:ext cx="252000" cy="252000"/>
          </a:xfrm>
          <a:prstGeom prst="rect">
            <a:avLst/>
          </a:prstGeom>
          <a:solidFill>
            <a:srgbClr val="F5F2E6"/>
          </a:solidFill>
          <a:ln w="9525" cap="flat">
            <a:noFill/>
            <a:prstDash val="solid"/>
            <a:miter/>
          </a:ln>
        </p:spPr>
        <p:txBody>
          <a:bodyPr wrap="none">
            <a:noAutofit/>
          </a:bodyPr>
          <a:lstStyle/>
          <a:p>
            <a:endParaRPr lang="en-GB"/>
          </a:p>
        </p:txBody>
      </p:sp>
      <p:sp>
        <p:nvSpPr>
          <p:cNvPr id="71" name="Rectangle 70">
            <a:extLst>
              <a:ext uri="{FF2B5EF4-FFF2-40B4-BE49-F238E27FC236}">
                <a16:creationId xmlns:a16="http://schemas.microsoft.com/office/drawing/2014/main" id="{3500DCDD-9988-CDC7-4682-2B7DB9D9937E}"/>
              </a:ext>
            </a:extLst>
          </p:cNvPr>
          <p:cNvSpPr>
            <a:spLocks noChangeAspect="1"/>
          </p:cNvSpPr>
          <p:nvPr/>
        </p:nvSpPr>
        <p:spPr>
          <a:xfrm>
            <a:off x="3057315" y="2549509"/>
            <a:ext cx="252000" cy="252000"/>
          </a:xfrm>
          <a:prstGeom prst="rect">
            <a:avLst/>
          </a:prstGeom>
          <a:solidFill>
            <a:srgbClr val="AD2A2B"/>
          </a:solidFill>
          <a:ln w="9525" cap="flat">
            <a:noFill/>
            <a:prstDash val="solid"/>
            <a:miter/>
          </a:ln>
        </p:spPr>
        <p:txBody>
          <a:bodyPr wrap="none">
            <a:noAutofit/>
          </a:bodyPr>
          <a:lstStyle/>
          <a:p>
            <a:endParaRPr lang="en-GB"/>
          </a:p>
        </p:txBody>
      </p:sp>
      <p:sp>
        <p:nvSpPr>
          <p:cNvPr id="72" name="Rectangle 71">
            <a:extLst>
              <a:ext uri="{FF2B5EF4-FFF2-40B4-BE49-F238E27FC236}">
                <a16:creationId xmlns:a16="http://schemas.microsoft.com/office/drawing/2014/main" id="{F4A4DB35-45E2-A568-C4B1-8B192251A0C1}"/>
              </a:ext>
            </a:extLst>
          </p:cNvPr>
          <p:cNvSpPr>
            <a:spLocks noChangeAspect="1"/>
          </p:cNvSpPr>
          <p:nvPr/>
        </p:nvSpPr>
        <p:spPr>
          <a:xfrm>
            <a:off x="3057315" y="2861566"/>
            <a:ext cx="252000" cy="252000"/>
          </a:xfrm>
          <a:prstGeom prst="rect">
            <a:avLst/>
          </a:prstGeom>
          <a:solidFill>
            <a:srgbClr val="746188"/>
          </a:solidFill>
          <a:ln w="9525" cap="flat">
            <a:noFill/>
            <a:prstDash val="solid"/>
            <a:miter/>
          </a:ln>
        </p:spPr>
        <p:txBody>
          <a:bodyPr wrap="none">
            <a:noAutofit/>
          </a:bodyPr>
          <a:lstStyle/>
          <a:p>
            <a:endParaRPr lang="en-GB"/>
          </a:p>
        </p:txBody>
      </p:sp>
      <p:sp>
        <p:nvSpPr>
          <p:cNvPr id="73" name="Rectangle 72">
            <a:extLst>
              <a:ext uri="{FF2B5EF4-FFF2-40B4-BE49-F238E27FC236}">
                <a16:creationId xmlns:a16="http://schemas.microsoft.com/office/drawing/2014/main" id="{04639764-FE30-12A6-3474-D77A93DA1FE8}"/>
              </a:ext>
            </a:extLst>
          </p:cNvPr>
          <p:cNvSpPr>
            <a:spLocks noChangeAspect="1"/>
          </p:cNvSpPr>
          <p:nvPr/>
        </p:nvSpPr>
        <p:spPr>
          <a:xfrm>
            <a:off x="3057315" y="3172475"/>
            <a:ext cx="252000" cy="252000"/>
          </a:xfrm>
          <a:prstGeom prst="rect">
            <a:avLst/>
          </a:prstGeom>
          <a:solidFill>
            <a:srgbClr val="458C88"/>
          </a:solidFill>
          <a:ln w="9525" cap="flat">
            <a:noFill/>
            <a:prstDash val="solid"/>
            <a:miter/>
          </a:ln>
        </p:spPr>
        <p:txBody>
          <a:bodyPr wrap="none">
            <a:noAutofit/>
          </a:bodyPr>
          <a:lstStyle/>
          <a:p>
            <a:endParaRPr lang="en-GB"/>
          </a:p>
        </p:txBody>
      </p:sp>
      <p:sp>
        <p:nvSpPr>
          <p:cNvPr id="74" name="Rectangle 73">
            <a:extLst>
              <a:ext uri="{FF2B5EF4-FFF2-40B4-BE49-F238E27FC236}">
                <a16:creationId xmlns:a16="http://schemas.microsoft.com/office/drawing/2014/main" id="{E280DA4B-F662-2D93-412C-F4661C066F8D}"/>
              </a:ext>
            </a:extLst>
          </p:cNvPr>
          <p:cNvSpPr>
            <a:spLocks noChangeAspect="1"/>
          </p:cNvSpPr>
          <p:nvPr/>
        </p:nvSpPr>
        <p:spPr>
          <a:xfrm>
            <a:off x="3365250" y="3485681"/>
            <a:ext cx="252000" cy="252000"/>
          </a:xfrm>
          <a:prstGeom prst="rect">
            <a:avLst/>
          </a:prstGeom>
          <a:solidFill>
            <a:srgbClr val="FCFAF0"/>
          </a:solidFill>
          <a:ln w="9525" cap="flat">
            <a:noFill/>
            <a:prstDash val="solid"/>
            <a:miter/>
          </a:ln>
        </p:spPr>
        <p:txBody>
          <a:bodyPr wrap="none">
            <a:noAutofit/>
          </a:bodyPr>
          <a:lstStyle/>
          <a:p>
            <a:endParaRPr lang="en-GB"/>
          </a:p>
        </p:txBody>
      </p:sp>
      <p:sp>
        <p:nvSpPr>
          <p:cNvPr id="75" name="Rectangle 74">
            <a:extLst>
              <a:ext uri="{FF2B5EF4-FFF2-40B4-BE49-F238E27FC236}">
                <a16:creationId xmlns:a16="http://schemas.microsoft.com/office/drawing/2014/main" id="{456F57B8-498F-8D1C-CAB2-986CB1D33044}"/>
              </a:ext>
            </a:extLst>
          </p:cNvPr>
          <p:cNvSpPr>
            <a:spLocks noChangeAspect="1"/>
          </p:cNvSpPr>
          <p:nvPr/>
        </p:nvSpPr>
        <p:spPr>
          <a:xfrm>
            <a:off x="3365250" y="2549509"/>
            <a:ext cx="252000" cy="252000"/>
          </a:xfrm>
          <a:prstGeom prst="rect">
            <a:avLst/>
          </a:prstGeom>
          <a:solidFill>
            <a:srgbClr val="C85657"/>
          </a:solidFill>
          <a:ln w="9525" cap="flat">
            <a:noFill/>
            <a:prstDash val="solid"/>
            <a:miter/>
          </a:ln>
        </p:spPr>
        <p:txBody>
          <a:bodyPr wrap="none">
            <a:noAutofit/>
          </a:bodyPr>
          <a:lstStyle/>
          <a:p>
            <a:endParaRPr lang="en-GB"/>
          </a:p>
        </p:txBody>
      </p:sp>
      <p:sp>
        <p:nvSpPr>
          <p:cNvPr id="76" name="Rectangle 75">
            <a:extLst>
              <a:ext uri="{FF2B5EF4-FFF2-40B4-BE49-F238E27FC236}">
                <a16:creationId xmlns:a16="http://schemas.microsoft.com/office/drawing/2014/main" id="{F697FE42-F63C-949F-D83C-C966183970C3}"/>
              </a:ext>
            </a:extLst>
          </p:cNvPr>
          <p:cNvSpPr>
            <a:spLocks noChangeAspect="1"/>
          </p:cNvSpPr>
          <p:nvPr/>
        </p:nvSpPr>
        <p:spPr>
          <a:xfrm>
            <a:off x="3365250" y="2861566"/>
            <a:ext cx="252000" cy="252000"/>
          </a:xfrm>
          <a:prstGeom prst="rect">
            <a:avLst/>
          </a:prstGeom>
          <a:solidFill>
            <a:srgbClr val="B1A2C1"/>
          </a:solidFill>
          <a:ln w="9525" cap="flat">
            <a:noFill/>
            <a:prstDash val="solid"/>
            <a:miter/>
          </a:ln>
        </p:spPr>
        <p:txBody>
          <a:bodyPr wrap="none">
            <a:noAutofit/>
          </a:bodyPr>
          <a:lstStyle/>
          <a:p>
            <a:endParaRPr lang="en-GB"/>
          </a:p>
        </p:txBody>
      </p:sp>
      <p:sp>
        <p:nvSpPr>
          <p:cNvPr id="77" name="Rectangle 76">
            <a:extLst>
              <a:ext uri="{FF2B5EF4-FFF2-40B4-BE49-F238E27FC236}">
                <a16:creationId xmlns:a16="http://schemas.microsoft.com/office/drawing/2014/main" id="{A4FF7EBE-D195-7CAB-2E54-1DB168E38A60}"/>
              </a:ext>
            </a:extLst>
          </p:cNvPr>
          <p:cNvSpPr>
            <a:spLocks noChangeAspect="1"/>
          </p:cNvSpPr>
          <p:nvPr/>
        </p:nvSpPr>
        <p:spPr>
          <a:xfrm>
            <a:off x="3365250" y="3172475"/>
            <a:ext cx="252000" cy="252000"/>
          </a:xfrm>
          <a:prstGeom prst="rect">
            <a:avLst/>
          </a:prstGeom>
          <a:solidFill>
            <a:srgbClr val="BAE0D6"/>
          </a:solidFill>
          <a:ln w="9525" cap="flat">
            <a:noFill/>
            <a:prstDash val="solid"/>
            <a:miter/>
          </a:ln>
        </p:spPr>
        <p:txBody>
          <a:bodyPr wrap="none">
            <a:noAutofit/>
          </a:bodyPr>
          <a:lstStyle/>
          <a:p>
            <a:endParaRPr lang="en-GB"/>
          </a:p>
        </p:txBody>
      </p:sp>
      <p:sp>
        <p:nvSpPr>
          <p:cNvPr id="78" name="Rectangle 77">
            <a:extLst>
              <a:ext uri="{FF2B5EF4-FFF2-40B4-BE49-F238E27FC236}">
                <a16:creationId xmlns:a16="http://schemas.microsoft.com/office/drawing/2014/main" id="{48FB9600-D532-9453-37D4-31FDE347CB17}"/>
              </a:ext>
            </a:extLst>
          </p:cNvPr>
          <p:cNvSpPr>
            <a:spLocks noChangeAspect="1"/>
          </p:cNvSpPr>
          <p:nvPr/>
        </p:nvSpPr>
        <p:spPr>
          <a:xfrm>
            <a:off x="3673185" y="3485681"/>
            <a:ext cx="252000" cy="252000"/>
          </a:xfrm>
          <a:prstGeom prst="rect">
            <a:avLst/>
          </a:prstGeom>
          <a:solidFill>
            <a:srgbClr val="FFFDF6"/>
          </a:solidFill>
          <a:ln w="9525" cap="flat">
            <a:noFill/>
            <a:prstDash val="solid"/>
            <a:miter/>
          </a:ln>
        </p:spPr>
        <p:txBody>
          <a:bodyPr wrap="none">
            <a:noAutofit/>
          </a:bodyPr>
          <a:lstStyle/>
          <a:p>
            <a:endParaRPr lang="en-GB" dirty="0"/>
          </a:p>
        </p:txBody>
      </p:sp>
      <p:sp>
        <p:nvSpPr>
          <p:cNvPr id="79" name="Rectangle 78">
            <a:extLst>
              <a:ext uri="{FF2B5EF4-FFF2-40B4-BE49-F238E27FC236}">
                <a16:creationId xmlns:a16="http://schemas.microsoft.com/office/drawing/2014/main" id="{F42D1229-61AE-AD6F-BD61-3AC9B681D5AA}"/>
              </a:ext>
            </a:extLst>
          </p:cNvPr>
          <p:cNvSpPr>
            <a:spLocks noChangeAspect="1"/>
          </p:cNvSpPr>
          <p:nvPr/>
        </p:nvSpPr>
        <p:spPr>
          <a:xfrm>
            <a:off x="3673185" y="2549509"/>
            <a:ext cx="252000" cy="252000"/>
          </a:xfrm>
          <a:prstGeom prst="rect">
            <a:avLst/>
          </a:prstGeom>
          <a:solidFill>
            <a:srgbClr val="F7C9C9"/>
          </a:solidFill>
          <a:ln w="9525" cap="flat">
            <a:noFill/>
            <a:prstDash val="solid"/>
            <a:miter/>
          </a:ln>
        </p:spPr>
        <p:txBody>
          <a:bodyPr wrap="none">
            <a:noAutofit/>
          </a:bodyPr>
          <a:lstStyle/>
          <a:p>
            <a:endParaRPr lang="en-GB"/>
          </a:p>
        </p:txBody>
      </p:sp>
      <p:sp>
        <p:nvSpPr>
          <p:cNvPr id="80" name="Rectangle 79">
            <a:extLst>
              <a:ext uri="{FF2B5EF4-FFF2-40B4-BE49-F238E27FC236}">
                <a16:creationId xmlns:a16="http://schemas.microsoft.com/office/drawing/2014/main" id="{312358C5-AF31-205D-5BAF-0376916B37D3}"/>
              </a:ext>
            </a:extLst>
          </p:cNvPr>
          <p:cNvSpPr>
            <a:spLocks noChangeAspect="1"/>
          </p:cNvSpPr>
          <p:nvPr/>
        </p:nvSpPr>
        <p:spPr>
          <a:xfrm>
            <a:off x="3673185" y="2861566"/>
            <a:ext cx="252000" cy="252000"/>
          </a:xfrm>
          <a:prstGeom prst="rect">
            <a:avLst/>
          </a:prstGeom>
          <a:solidFill>
            <a:srgbClr val="F7F2FD"/>
          </a:solidFill>
          <a:ln w="9525" cap="flat">
            <a:noFill/>
            <a:prstDash val="solid"/>
            <a:miter/>
          </a:ln>
        </p:spPr>
        <p:txBody>
          <a:bodyPr wrap="none">
            <a:noAutofit/>
          </a:bodyPr>
          <a:lstStyle/>
          <a:p>
            <a:endParaRPr lang="en-GB"/>
          </a:p>
        </p:txBody>
      </p:sp>
      <p:sp>
        <p:nvSpPr>
          <p:cNvPr id="81" name="Rectangle 80">
            <a:extLst>
              <a:ext uri="{FF2B5EF4-FFF2-40B4-BE49-F238E27FC236}">
                <a16:creationId xmlns:a16="http://schemas.microsoft.com/office/drawing/2014/main" id="{DB80DD81-E5FE-5A8A-133A-B4F778AD5D09}"/>
              </a:ext>
            </a:extLst>
          </p:cNvPr>
          <p:cNvSpPr>
            <a:spLocks noChangeAspect="1"/>
          </p:cNvSpPr>
          <p:nvPr/>
        </p:nvSpPr>
        <p:spPr>
          <a:xfrm>
            <a:off x="3673185" y="3172475"/>
            <a:ext cx="252000" cy="252000"/>
          </a:xfrm>
          <a:prstGeom prst="rect">
            <a:avLst/>
          </a:prstGeom>
          <a:solidFill>
            <a:srgbClr val="F0F8F6"/>
          </a:solidFill>
          <a:ln w="9525" cap="flat">
            <a:noFill/>
            <a:prstDash val="solid"/>
            <a:miter/>
          </a:ln>
        </p:spPr>
        <p:txBody>
          <a:bodyPr wrap="none">
            <a:noAutofit/>
          </a:bodyPr>
          <a:lstStyle/>
          <a:p>
            <a:endParaRPr lang="en-GB"/>
          </a:p>
        </p:txBody>
      </p:sp>
      <p:sp>
        <p:nvSpPr>
          <p:cNvPr id="83" name="Rectangle 82">
            <a:extLst>
              <a:ext uri="{FF2B5EF4-FFF2-40B4-BE49-F238E27FC236}">
                <a16:creationId xmlns:a16="http://schemas.microsoft.com/office/drawing/2014/main" id="{0C0B81EF-9419-D910-142B-36CA153C5F25}"/>
              </a:ext>
            </a:extLst>
          </p:cNvPr>
          <p:cNvSpPr>
            <a:spLocks noChangeAspect="1"/>
          </p:cNvSpPr>
          <p:nvPr/>
        </p:nvSpPr>
        <p:spPr>
          <a:xfrm>
            <a:off x="3981120" y="2549509"/>
            <a:ext cx="252000" cy="252000"/>
          </a:xfrm>
          <a:prstGeom prst="rect">
            <a:avLst/>
          </a:prstGeom>
          <a:solidFill>
            <a:srgbClr val="FAF0F0"/>
          </a:solidFill>
          <a:ln w="9525" cap="flat">
            <a:noFill/>
            <a:prstDash val="solid"/>
            <a:miter/>
          </a:ln>
        </p:spPr>
        <p:txBody>
          <a:bodyPr wrap="none">
            <a:noAutofit/>
          </a:bodyPr>
          <a:lstStyle/>
          <a:p>
            <a:endParaRPr lang="en-GB"/>
          </a:p>
        </p:txBody>
      </p:sp>
      <p:sp>
        <p:nvSpPr>
          <p:cNvPr id="86" name="Rectangle 85">
            <a:extLst>
              <a:ext uri="{FF2B5EF4-FFF2-40B4-BE49-F238E27FC236}">
                <a16:creationId xmlns:a16="http://schemas.microsoft.com/office/drawing/2014/main" id="{E4ACB505-24DF-6D56-AE90-DBC3BC48E87B}"/>
              </a:ext>
            </a:extLst>
          </p:cNvPr>
          <p:cNvSpPr>
            <a:spLocks noChangeAspect="1"/>
          </p:cNvSpPr>
          <p:nvPr/>
        </p:nvSpPr>
        <p:spPr>
          <a:xfrm>
            <a:off x="6081176" y="2861566"/>
            <a:ext cx="252000" cy="252000"/>
          </a:xfrm>
          <a:prstGeom prst="rect">
            <a:avLst/>
          </a:prstGeom>
          <a:solidFill>
            <a:schemeClr val="accent1"/>
          </a:solidFill>
          <a:ln w="9525" cap="flat">
            <a:noFill/>
            <a:prstDash val="solid"/>
            <a:miter/>
          </a:ln>
        </p:spPr>
        <p:txBody>
          <a:bodyPr wrap="none">
            <a:noAutofit/>
          </a:bodyPr>
          <a:lstStyle/>
          <a:p>
            <a:endParaRPr lang="en-GB"/>
          </a:p>
        </p:txBody>
      </p:sp>
      <p:sp>
        <p:nvSpPr>
          <p:cNvPr id="88" name="Rectangle 87">
            <a:extLst>
              <a:ext uri="{FF2B5EF4-FFF2-40B4-BE49-F238E27FC236}">
                <a16:creationId xmlns:a16="http://schemas.microsoft.com/office/drawing/2014/main" id="{1190CF66-9089-2A21-F4FE-5166A62FFD7D}"/>
              </a:ext>
            </a:extLst>
          </p:cNvPr>
          <p:cNvSpPr/>
          <p:nvPr/>
        </p:nvSpPr>
        <p:spPr>
          <a:xfrm>
            <a:off x="323998" y="1692000"/>
            <a:ext cx="8097626" cy="407804"/>
          </a:xfrm>
          <a:prstGeom prst="rect">
            <a:avLst/>
          </a:prstGeom>
          <a:noFill/>
          <a:ln w="10795" cap="rnd">
            <a:noFill/>
            <a:prstDash val="sysDot"/>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300"/>
              </a:spcAft>
            </a:pPr>
            <a:r>
              <a:rPr lang="en-GB" sz="800" dirty="0">
                <a:solidFill>
                  <a:schemeClr val="accent6"/>
                </a:solidFill>
                <a:latin typeface="Arial" panose="020B0604020202020204" pitchFamily="34" charset="0"/>
                <a:cs typeface="Arial" panose="020B0604020202020204" pitchFamily="34" charset="0"/>
              </a:rPr>
              <a:t>To use the the Eyedropper tool in PowerPoint, select the object you want to color, then go to Shape Fill or Text Fill on the Format tab and click the Eyedropper tool.</a:t>
            </a:r>
            <a:br>
              <a:rPr lang="en-GB" sz="800" dirty="0">
                <a:solidFill>
                  <a:schemeClr val="accent6"/>
                </a:solidFill>
                <a:latin typeface="Arial" panose="020B0604020202020204" pitchFamily="34" charset="0"/>
                <a:cs typeface="Arial" panose="020B0604020202020204" pitchFamily="34" charset="0"/>
              </a:rPr>
            </a:br>
            <a:r>
              <a:rPr lang="en-GB" sz="800" dirty="0">
                <a:solidFill>
                  <a:schemeClr val="accent6"/>
                </a:solidFill>
                <a:latin typeface="Arial" panose="020B0604020202020204" pitchFamily="34" charset="0"/>
                <a:cs typeface="Arial" panose="020B0604020202020204" pitchFamily="34" charset="0"/>
              </a:rPr>
              <a:t>You can then click on any color within your presentation, an image, or even outside the presentation window (by clicking and dragging) to apply that color to the selected object.</a:t>
            </a:r>
          </a:p>
          <a:p>
            <a:pPr>
              <a:spcAft>
                <a:spcPts val="300"/>
              </a:spcAft>
            </a:pPr>
            <a:r>
              <a:rPr lang="en-GB" sz="800" dirty="0">
                <a:solidFill>
                  <a:schemeClr val="accent6"/>
                </a:solidFill>
                <a:latin typeface="Arial" panose="020B0604020202020204" pitchFamily="34" charset="0"/>
                <a:cs typeface="Arial" panose="020B0604020202020204" pitchFamily="34" charset="0"/>
              </a:rPr>
              <a:t>You can also copy/paste HEX codes by clicking one of the colors below and going to Shape format &gt; Shape fill &gt; arrow down &gt; more fill colors… &gt;  HEX color</a:t>
            </a:r>
          </a:p>
        </p:txBody>
      </p:sp>
      <p:sp>
        <p:nvSpPr>
          <p:cNvPr id="90" name="Pladsholder til tekst 2">
            <a:extLst>
              <a:ext uri="{FF2B5EF4-FFF2-40B4-BE49-F238E27FC236}">
                <a16:creationId xmlns:a16="http://schemas.microsoft.com/office/drawing/2014/main" id="{B8FA98F9-7946-DBEE-BA80-77DBFAC71A1A}"/>
              </a:ext>
            </a:extLst>
          </p:cNvPr>
          <p:cNvSpPr txBox="1">
            <a:spLocks/>
          </p:cNvSpPr>
          <p:nvPr/>
        </p:nvSpPr>
        <p:spPr>
          <a:xfrm>
            <a:off x="323998" y="4470500"/>
            <a:ext cx="8496152" cy="216000"/>
          </a:xfrm>
          <a:prstGeom prst="rect">
            <a:avLst/>
          </a:prstGeom>
          <a:solidFill>
            <a:srgbClr val="FFFF00"/>
          </a:solidFill>
        </p:spPr>
        <p:txBody>
          <a:bodyPr vert="horz" wrap="square" lIns="0" tIns="0" rIns="0" bIns="0" rtlCol="0" anchor="ctr">
            <a:noAutofit/>
          </a:bodyPr>
          <a:lstStyle>
            <a:lvl1pPr marL="0" indent="0" algn="l" defTabSz="1125437" rtl="0" eaLnBrk="1" latinLnBrk="0" hangingPunct="1">
              <a:spcBef>
                <a:spcPts val="0"/>
              </a:spcBef>
              <a:buFont typeface="Arial" panose="020B0604020202020204" pitchFamily="34" charset="0"/>
              <a:buNone/>
              <a:defRPr sz="2400" b="0" i="0" kern="1200">
                <a:solidFill>
                  <a:schemeClr val="tx1"/>
                </a:solidFill>
                <a:latin typeface="PP Eiko Light" pitchFamily="2" charset="-128"/>
                <a:ea typeface="PP Eiko Light" pitchFamily="2" charset="-128"/>
                <a:cs typeface="Arial" panose="020B0604020202020204" pitchFamily="34" charset="0"/>
              </a:defRPr>
            </a:lvl1pPr>
            <a:lvl2pPr marL="88900" indent="-88900"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2pPr>
            <a:lvl3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3pPr>
            <a:lvl4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4pPr>
            <a:lvl5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pPr algn="ctr"/>
            <a:r>
              <a:rPr lang="en-GB" sz="1000" b="1" dirty="0">
                <a:solidFill>
                  <a:schemeClr val="accent6"/>
                </a:solidFill>
                <a:latin typeface="Arial" panose="020B0604020202020204" pitchFamily="34" charset="0"/>
              </a:rPr>
              <a:t>REFERENCE ONLY – REMOVE BEFORE PUBLISHING</a:t>
            </a:r>
          </a:p>
        </p:txBody>
      </p:sp>
    </p:spTree>
    <p:extLst>
      <p:ext uri="{BB962C8B-B14F-4D97-AF65-F5344CB8AC3E}">
        <p14:creationId xmlns:p14="http://schemas.microsoft.com/office/powerpoint/2010/main" val="1644568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54026-F611-B12E-A528-4A411E322614}"/>
            </a:ext>
          </a:extLst>
        </p:cNvPr>
        <p:cNvGrpSpPr/>
        <p:nvPr/>
      </p:nvGrpSpPr>
      <p:grpSpPr>
        <a:xfrm>
          <a:off x="0" y="0"/>
          <a:ext cx="0" cy="0"/>
          <a:chOff x="0" y="0"/>
          <a:chExt cx="0" cy="0"/>
        </a:xfrm>
      </p:grpSpPr>
      <p:sp>
        <p:nvSpPr>
          <p:cNvPr id="4" name="Pladsholder til tekst 1">
            <a:extLst>
              <a:ext uri="{FF2B5EF4-FFF2-40B4-BE49-F238E27FC236}">
                <a16:creationId xmlns:a16="http://schemas.microsoft.com/office/drawing/2014/main" id="{5AAA3FDC-C365-8604-7DED-404AA59F5504}"/>
              </a:ext>
            </a:extLst>
          </p:cNvPr>
          <p:cNvSpPr txBox="1">
            <a:spLocks/>
          </p:cNvSpPr>
          <p:nvPr/>
        </p:nvSpPr>
        <p:spPr>
          <a:xfrm>
            <a:off x="329382" y="609311"/>
            <a:ext cx="7362336" cy="646331"/>
          </a:xfrm>
          <a:prstGeom prst="rect">
            <a:avLst/>
          </a:prstGeom>
        </p:spPr>
        <p:txBody>
          <a:bodyPr vert="horz" lIns="0" tIns="0" rIns="0" bIns="0" rtlCol="0">
            <a:normAutofit/>
          </a:bodyPr>
          <a:lstStyle>
            <a:lvl1pPr marL="0" indent="0" algn="l" defTabSz="1125437" rtl="0" eaLnBrk="1" latinLnBrk="0" hangingPunct="1">
              <a:spcBef>
                <a:spcPts val="0"/>
              </a:spcBef>
              <a:buFont typeface="Arial" panose="020B0604020202020204" pitchFamily="34" charset="0"/>
              <a:buNone/>
              <a:defRPr sz="1000" kern="1200">
                <a:solidFill>
                  <a:schemeClr val="accent6"/>
                </a:solidFill>
                <a:latin typeface="Arial" panose="020B0604020202020204" pitchFamily="34" charset="0"/>
                <a:ea typeface="+mn-ea"/>
                <a:cs typeface="Arial" panose="020B0604020202020204" pitchFamily="34" charset="0"/>
              </a:defRPr>
            </a:lvl1pPr>
            <a:lvl2pPr marL="88900" indent="-88900"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2pPr>
            <a:lvl3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3pPr>
            <a:lvl4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4pPr>
            <a:lvl5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a:solidFill>
                  <a:schemeClr val="bg1"/>
                </a:solidFill>
                <a:latin typeface="PP Eiko Light" pitchFamily="2" charset="-128"/>
                <a:ea typeface="PP Eiko Light" pitchFamily="2" charset="-128"/>
              </a:rPr>
              <a:t>Cape Capital AG</a:t>
            </a:r>
            <a:br>
              <a:rPr lang="en-GB">
                <a:solidFill>
                  <a:schemeClr val="bg1"/>
                </a:solidFill>
                <a:latin typeface="PP Eiko Light" pitchFamily="2" charset="-128"/>
                <a:ea typeface="PP Eiko Light" pitchFamily="2" charset="-128"/>
              </a:rPr>
            </a:br>
            <a:r>
              <a:rPr lang="en-GB" sz="1800">
                <a:solidFill>
                  <a:schemeClr val="bg1"/>
                </a:solidFill>
                <a:latin typeface="PP Eiko Light" pitchFamily="2" charset="-128"/>
                <a:ea typeface="PP Eiko Light" pitchFamily="2" charset="-128"/>
              </a:rPr>
              <a:t>Important notice and disclaimer</a:t>
            </a:r>
            <a:endParaRPr lang="en-GB">
              <a:solidFill>
                <a:schemeClr val="bg1"/>
              </a:solidFill>
              <a:latin typeface="PP Eiko Light" pitchFamily="2" charset="-128"/>
              <a:ea typeface="PP Eiko Light" pitchFamily="2" charset="-128"/>
            </a:endParaRPr>
          </a:p>
        </p:txBody>
      </p:sp>
      <p:sp>
        <p:nvSpPr>
          <p:cNvPr id="5" name="Pladsholder til tekst 2">
            <a:extLst>
              <a:ext uri="{FF2B5EF4-FFF2-40B4-BE49-F238E27FC236}">
                <a16:creationId xmlns:a16="http://schemas.microsoft.com/office/drawing/2014/main" id="{F0F15D7D-165D-E29D-3E83-3F54917C5ED9}"/>
              </a:ext>
            </a:extLst>
          </p:cNvPr>
          <p:cNvSpPr txBox="1">
            <a:spLocks/>
          </p:cNvSpPr>
          <p:nvPr/>
        </p:nvSpPr>
        <p:spPr>
          <a:xfrm>
            <a:off x="332650" y="1511223"/>
            <a:ext cx="4322973" cy="1354217"/>
          </a:xfrm>
          <a:prstGeom prst="rect">
            <a:avLst/>
          </a:prstGeom>
        </p:spPr>
        <p:txBody>
          <a:bodyPr vert="horz" wrap="square" lIns="0" tIns="0" rIns="0" bIns="0" rtlCol="0">
            <a:spAutoFit/>
          </a:bodyPr>
          <a:lstStyle>
            <a:lvl1pPr marL="0" indent="0" algn="l" defTabSz="1125437" rtl="0" eaLnBrk="1" latinLnBrk="0" hangingPunct="1">
              <a:spcBef>
                <a:spcPts val="0"/>
              </a:spcBef>
              <a:buFont typeface="Arial" panose="020B0604020202020204" pitchFamily="34" charset="0"/>
              <a:buNone/>
              <a:defRPr sz="1000" kern="1200">
                <a:solidFill>
                  <a:schemeClr val="accent6"/>
                </a:solidFill>
                <a:latin typeface="Arial" panose="020B0604020202020204" pitchFamily="34" charset="0"/>
                <a:ea typeface="+mn-ea"/>
                <a:cs typeface="Arial" panose="020B0604020202020204" pitchFamily="34" charset="0"/>
              </a:defRPr>
            </a:lvl1pPr>
            <a:lvl2pPr marL="88900" indent="-88900"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2pPr>
            <a:lvl3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3pPr>
            <a:lvl4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4pPr>
            <a:lvl5pPr marL="179388" indent="-90488" algn="l" defTabSz="1125437" rtl="0" eaLnBrk="1" latinLnBrk="0" hangingPunct="1">
              <a:spcBef>
                <a:spcPts val="0"/>
              </a:spcBef>
              <a:buFont typeface="Arial" panose="020B0604020202020204" pitchFamily="34" charset="0"/>
              <a:buChar char="•"/>
              <a:tabLst/>
              <a:defRPr sz="1000" kern="1200">
                <a:solidFill>
                  <a:schemeClr val="accent6"/>
                </a:solidFill>
                <a:latin typeface="Arial" panose="020B0604020202020204" pitchFamily="34" charset="0"/>
                <a:ea typeface="+mn-ea"/>
                <a:cs typeface="Arial" panose="020B0604020202020204" pitchFamily="34" charset="0"/>
              </a:defRPr>
            </a:lvl5pPr>
            <a:lvl6pPr marL="309495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6pPr>
            <a:lvl7pPr marL="3657671"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7pPr>
            <a:lvl8pPr marL="4220389"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8pPr>
            <a:lvl9pPr marL="4783107" indent="-281358" algn="l" defTabSz="1125437" rtl="0" eaLnBrk="1" latinLnBrk="0" hangingPunct="1">
              <a:spcBef>
                <a:spcPct val="20000"/>
              </a:spcBef>
              <a:buFont typeface="Arial" panose="020B0604020202020204" pitchFamily="34" charset="0"/>
              <a:buChar char="•"/>
              <a:defRPr sz="2462" kern="1200">
                <a:solidFill>
                  <a:schemeClr val="tx1"/>
                </a:solidFill>
                <a:latin typeface="+mn-lt"/>
                <a:ea typeface="+mn-ea"/>
                <a:cs typeface="+mn-cs"/>
              </a:defRPr>
            </a:lvl9pPr>
          </a:lstStyle>
          <a:p>
            <a:r>
              <a:rPr lang="en-GB" sz="800">
                <a:solidFill>
                  <a:schemeClr val="bg1"/>
                </a:solidFill>
              </a:rPr>
              <a:t>This presentation is for sophisticated/qualified investors only.</a:t>
            </a:r>
          </a:p>
          <a:p>
            <a:endParaRPr lang="en-GB" sz="800">
              <a:solidFill>
                <a:schemeClr val="bg1"/>
              </a:solidFill>
            </a:endParaRPr>
          </a:p>
          <a:p>
            <a:r>
              <a:rPr lang="en-GB" sz="800">
                <a:solidFill>
                  <a:schemeClr val="bg1"/>
                </a:solidFill>
              </a:rPr>
              <a:t>Cape Capital AG does not offer investment services to, or solicit such services to the general public. The information herein is exclusively intended for the private use of the addressee. Any form of duplication or distribution is prohibited by law.</a:t>
            </a:r>
          </a:p>
          <a:p>
            <a:endParaRPr lang="en-GB" sz="800">
              <a:solidFill>
                <a:schemeClr val="bg1"/>
              </a:solidFill>
            </a:endParaRPr>
          </a:p>
          <a:p>
            <a:r>
              <a:rPr lang="en-GB" sz="800">
                <a:solidFill>
                  <a:schemeClr val="bg1"/>
                </a:solidFill>
              </a:rPr>
              <a:t>Past performance is not guidance for future performance. </a:t>
            </a:r>
          </a:p>
          <a:p>
            <a:endParaRPr lang="en-GB" sz="800">
              <a:solidFill>
                <a:schemeClr val="bg1"/>
              </a:solidFill>
            </a:endParaRPr>
          </a:p>
          <a:p>
            <a:r>
              <a:rPr lang="en-GB" sz="800">
                <a:solidFill>
                  <a:schemeClr val="bg1"/>
                </a:solidFill>
              </a:rPr>
              <a:t>Updated in 2024 Cape Capital AG, Zurich.</a:t>
            </a:r>
          </a:p>
          <a:p>
            <a:endParaRPr lang="en-GB" sz="800">
              <a:solidFill>
                <a:schemeClr val="bg1"/>
              </a:solidFill>
            </a:endParaRPr>
          </a:p>
          <a:p>
            <a:r>
              <a:rPr lang="en-GB" sz="800">
                <a:solidFill>
                  <a:schemeClr val="bg1"/>
                </a:solidFill>
              </a:rPr>
              <a:t>All rights reserved.</a:t>
            </a:r>
            <a:endParaRPr lang="en-GB" sz="800" dirty="0">
              <a:solidFill>
                <a:schemeClr val="bg1"/>
              </a:solidFill>
            </a:endParaRPr>
          </a:p>
        </p:txBody>
      </p:sp>
    </p:spTree>
    <p:extLst>
      <p:ext uri="{BB962C8B-B14F-4D97-AF65-F5344CB8AC3E}">
        <p14:creationId xmlns:p14="http://schemas.microsoft.com/office/powerpoint/2010/main" val="1557528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7600701"/>
      </p:ext>
    </p:extLst>
  </p:cSld>
  <p:clrMapOvr>
    <a:masterClrMapping/>
  </p:clrMapOvr>
</p:sld>
</file>

<file path=ppt/theme/theme1.xml><?xml version="1.0" encoding="utf-8"?>
<a:theme xmlns:a="http://schemas.openxmlformats.org/drawingml/2006/main" name="Content">
  <a:themeElements>
    <a:clrScheme name="Cape Capital">
      <a:dk1>
        <a:srgbClr val="000000"/>
      </a:dk1>
      <a:lt1>
        <a:srgbClr val="FFFFFF"/>
      </a:lt1>
      <a:dk2>
        <a:srgbClr val="3B3B3B"/>
      </a:dk2>
      <a:lt2>
        <a:srgbClr val="FFFFFF"/>
      </a:lt2>
      <a:accent1>
        <a:srgbClr val="831011"/>
      </a:accent1>
      <a:accent2>
        <a:srgbClr val="403050"/>
      </a:accent2>
      <a:accent3>
        <a:srgbClr val="044049"/>
      </a:accent3>
      <a:accent4>
        <a:srgbClr val="EEF0F3"/>
      </a:accent4>
      <a:accent5>
        <a:srgbClr val="C8CBD1"/>
      </a:accent5>
      <a:accent6>
        <a:srgbClr val="4C4F56"/>
      </a:accent6>
      <a:hlink>
        <a:srgbClr val="831011"/>
      </a:hlink>
      <a:folHlink>
        <a:srgbClr val="83101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0795" cap="rnd">
          <a:noFill/>
          <a:prstDash val="sysDot"/>
        </a:ln>
      </a:spPr>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lgn="l">
          <a:lnSpc>
            <a:spcPct val="87000"/>
          </a:lnSpc>
          <a:spcAft>
            <a:spcPts val="300"/>
          </a:spcAft>
          <a:defRPr sz="1000" dirty="0" smtClean="0">
            <a:solidFill>
              <a:schemeClr val="tx2"/>
            </a:solidFill>
            <a:latin typeface="EpocaClassic-Light"/>
            <a:cs typeface="Arial" panose="020B0604020202020204" pitchFamily="34" charset="0"/>
          </a:defRPr>
        </a:defPPr>
      </a:lstStyle>
      <a:style>
        <a:lnRef idx="2">
          <a:schemeClr val="dk1"/>
        </a:lnRef>
        <a:fillRef idx="1">
          <a:schemeClr val="lt1"/>
        </a:fillRef>
        <a:effectRef idx="0">
          <a:schemeClr val="dk1"/>
        </a:effectRef>
        <a:fontRef idx="minor">
          <a:schemeClr val="dk1"/>
        </a:fontRef>
      </a:style>
    </a:spDef>
    <a:lnDef>
      <a:spPr>
        <a:ln w="6350">
          <a:solidFill>
            <a:schemeClr val="accent3"/>
          </a:solidFill>
          <a:prstDash val="solid"/>
        </a:ln>
      </a:spPr>
      <a:bodyPr/>
      <a:lstStyle/>
      <a:style>
        <a:lnRef idx="1">
          <a:schemeClr val="dk1"/>
        </a:lnRef>
        <a:fillRef idx="0">
          <a:schemeClr val="dk1"/>
        </a:fillRef>
        <a:effectRef idx="0">
          <a:schemeClr val="dk1"/>
        </a:effectRef>
        <a:fontRef idx="minor">
          <a:schemeClr val="tx1"/>
        </a:fontRef>
      </a:style>
    </a:lnDef>
    <a:txDef>
      <a:spPr>
        <a:noFill/>
      </a:spPr>
      <a:bodyPr wrap="square" lIns="0" tIns="0" rIns="0" bIns="0" rtlCol="0">
        <a:spAutoFit/>
      </a:bodyPr>
      <a:lstStyle>
        <a:defPPr algn="l">
          <a:lnSpc>
            <a:spcPct val="120000"/>
          </a:lnSpc>
          <a:defRPr sz="900" dirty="0" smtClean="0">
            <a:latin typeface="EpocaClassic-Light" pitchFamily="2" charset="77"/>
          </a:defRPr>
        </a:defPPr>
      </a:lstStyle>
    </a:txDef>
  </a:objectDefaults>
  <a:extraClrSchemeLst/>
  <a:extLst>
    <a:ext uri="{05A4C25C-085E-4340-85A3-A5531E510DB2}">
      <thm15:themeFamily xmlns:thm15="http://schemas.microsoft.com/office/thememl/2012/main" name="MyWeeklyTemplate v2" id="{3EF2F2F9-1F78-4786-A285-2D48E0BB5746}" vid="{F3A23DCB-7F69-45E5-A4E7-2331FA8173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D7A80D8F256944BBA8A3E6DA7C15A38" ma:contentTypeVersion="11" ma:contentTypeDescription="Create a new document." ma:contentTypeScope="" ma:versionID="d29f123c1b0986854cf112dd5b2f084e">
  <xsd:schema xmlns:xsd="http://www.w3.org/2001/XMLSchema" xmlns:xs="http://www.w3.org/2001/XMLSchema" xmlns:p="http://schemas.microsoft.com/office/2006/metadata/properties" xmlns:ns1="http://schemas.microsoft.com/sharepoint/v3" xmlns:ns2="d99907bc-bee6-4ba9-b364-a4087bf24aac" xmlns:ns3="7c367341-0f7d-4b3e-91dd-f5e400456252" targetNamespace="http://schemas.microsoft.com/office/2006/metadata/properties" ma:root="true" ma:fieldsID="1c21cc311c398d624808436f52c85b37" ns1:_="" ns2:_="" ns3:_="">
    <xsd:import namespace="http://schemas.microsoft.com/sharepoint/v3"/>
    <xsd:import namespace="d99907bc-bee6-4ba9-b364-a4087bf24aac"/>
    <xsd:import namespace="7c367341-0f7d-4b3e-91dd-f5e40045625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99907bc-bee6-4ba9-b364-a4087bf24a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367341-0f7d-4b3e-91dd-f5e40045625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haredWithUsers xmlns="7c367341-0f7d-4b3e-91dd-f5e400456252">
      <UserInfo>
        <DisplayName>Marion Cutting</DisplayName>
        <AccountId>11</AccountId>
        <AccountType/>
      </UserInfo>
      <UserInfo>
        <DisplayName>Michael Knuchel</DisplayName>
        <AccountId>26</AccountId>
        <AccountType/>
      </UserInfo>
      <UserInfo>
        <DisplayName>Stephan J. Vlcek</DisplayName>
        <AccountId>18</AccountId>
        <AccountType/>
      </UserInfo>
    </SharedWithUsers>
  </documentManagement>
</p:properties>
</file>

<file path=customXml/itemProps1.xml><?xml version="1.0" encoding="utf-8"?>
<ds:datastoreItem xmlns:ds="http://schemas.openxmlformats.org/officeDocument/2006/customXml" ds:itemID="{4EE193E6-A42A-4218-AC12-D7ECE3E165F4}">
  <ds:schemaRefs>
    <ds:schemaRef ds:uri="http://schemas.microsoft.com/sharepoint/v3/contenttype/forms"/>
  </ds:schemaRefs>
</ds:datastoreItem>
</file>

<file path=customXml/itemProps2.xml><?xml version="1.0" encoding="utf-8"?>
<ds:datastoreItem xmlns:ds="http://schemas.openxmlformats.org/officeDocument/2006/customXml" ds:itemID="{96A136A9-ACE4-45D7-A1F4-07CCF347F6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99907bc-bee6-4ba9-b364-a4087bf24aac"/>
    <ds:schemaRef ds:uri="7c367341-0f7d-4b3e-91dd-f5e4004562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E1716F9-1306-4599-89D5-E246932D325E}">
  <ds:schemaRefs>
    <ds:schemaRef ds:uri="http://purl.org/dc/dcmitype/"/>
    <ds:schemaRef ds:uri="http://schemas.openxmlformats.org/package/2006/metadata/core-properties"/>
    <ds:schemaRef ds:uri="http://purl.org/dc/elements/1.1/"/>
    <ds:schemaRef ds:uri="http://schemas.microsoft.com/sharepoint/v3"/>
    <ds:schemaRef ds:uri="http://schemas.microsoft.com/office/2006/metadata/properties"/>
    <ds:schemaRef ds:uri="7121fa09-6651-4e73-9ecf-6d262cbf1ce1"/>
    <ds:schemaRef ds:uri="http://www.w3.org/XML/1998/namespace"/>
    <ds:schemaRef ds:uri="http://schemas.microsoft.com/office/2006/documentManagement/types"/>
    <ds:schemaRef ds:uri="http://purl.org/dc/terms/"/>
    <ds:schemaRef ds:uri="http://schemas.microsoft.com/office/infopath/2007/PartnerControls"/>
    <ds:schemaRef ds:uri="4ba28a03-acf0-4ca2-938e-4a009d013667"/>
    <ds:schemaRef ds:uri="51b2a523-c005-45d5-9747-75d3a8e1759c"/>
    <ds:schemaRef ds:uri="7c367341-0f7d-4b3e-91dd-f5e400456252"/>
  </ds:schemaRefs>
</ds:datastoreItem>
</file>

<file path=docMetadata/LabelInfo.xml><?xml version="1.0" encoding="utf-8"?>
<clbl:labelList xmlns:clbl="http://schemas.microsoft.com/office/2020/mipLabelMetadata">
  <clbl:label id="{949290c6-dde8-48b8-bbf4-77ccf2fe59a7}" enabled="1" method="Privileged" siteId="{118cdc05-cb02-4000-9284-fd6884ef7d04}" removed="0"/>
</clbl:labelList>
</file>

<file path=docProps/app.xml><?xml version="1.0" encoding="utf-8"?>
<Properties xmlns="http://schemas.openxmlformats.org/officeDocument/2006/extended-properties" xmlns:vt="http://schemas.openxmlformats.org/officeDocument/2006/docPropsVTypes">
  <Template>MyWeeklyTemplate v2</Template>
  <TotalTime>12</TotalTime>
  <Words>258</Words>
  <Application>Microsoft Office PowerPoint</Application>
  <PresentationFormat>Custom</PresentationFormat>
  <Paragraphs>42</Paragraphs>
  <Slides>12</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PP Eiko Light</vt:lpstr>
      <vt:lpstr>Arial</vt:lpstr>
      <vt:lpstr>Calibri</vt:lpstr>
      <vt:lpstr>EpocaClassic-Light</vt:lpstr>
      <vt:lpstr>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Raynar</dc:creator>
  <cp:lastModifiedBy>William Raynar</cp:lastModifiedBy>
  <cp:revision>1</cp:revision>
  <cp:lastPrinted>2019-03-21T07:37:27Z</cp:lastPrinted>
  <dcterms:created xsi:type="dcterms:W3CDTF">2026-02-24T16:42:59Z</dcterms:created>
  <dcterms:modified xsi:type="dcterms:W3CDTF">2026-03-03T14:28:27Z</dcterms:modified>
  <cp:contentStatus>2. 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tatus">
    <vt:lpwstr>Draft - Internal only</vt:lpwstr>
  </property>
  <property fmtid="{D5CDD505-2E9C-101B-9397-08002B2CF9AE}" pid="3" name="_dlc_DocIdItemGuid">
    <vt:lpwstr>12176bed-ca59-462f-82f0-f38ce7a47c2d</vt:lpwstr>
  </property>
  <property fmtid="{D5CDD505-2E9C-101B-9397-08002B2CF9AE}" pid="4" name="SharedWithUsers">
    <vt:lpwstr>11;#Marion Cutting;#26;#Michael Knuchel;#18;#Stephan J. Vlcek</vt:lpwstr>
  </property>
  <property fmtid="{D5CDD505-2E9C-101B-9397-08002B2CF9AE}" pid="5" name="Fund">
    <vt:lpwstr>G7 Duration Fund</vt:lpwstr>
  </property>
  <property fmtid="{D5CDD505-2E9C-101B-9397-08002B2CF9AE}" pid="6" name="content owner">
    <vt:lpwstr>15;#i:0#.w|cloud\kim_capecapital.com</vt:lpwstr>
  </property>
  <property fmtid="{D5CDD505-2E9C-101B-9397-08002B2CF9AE}" pid="7" name="Purpose">
    <vt:lpwstr>Pitch Deck</vt:lpwstr>
  </property>
  <property fmtid="{D5CDD505-2E9C-101B-9397-08002B2CF9AE}" pid="8" name="Order">
    <vt:r8>9300</vt:r8>
  </property>
  <property fmtid="{D5CDD505-2E9C-101B-9397-08002B2CF9AE}" pid="9" name="xd_Signature">
    <vt:bool>false</vt:bool>
  </property>
  <property fmtid="{D5CDD505-2E9C-101B-9397-08002B2CF9AE}" pid="10" name="xd_ProgID">
    <vt:lpwstr/>
  </property>
  <property fmtid="{D5CDD505-2E9C-101B-9397-08002B2CF9AE}" pid="11" name="TriggerFlowInfo">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AM_CapeProduct">
    <vt:lpwstr>39;#_Other|3a846d91-a2e3-4ace-a744-4cac7bd596e9</vt:lpwstr>
  </property>
  <property fmtid="{D5CDD505-2E9C-101B-9397-08002B2CF9AE}" pid="16" name="AM_AssetClass1">
    <vt:lpwstr>1;#Other|6bcc065e-d9a9-4c79-9547-49eb9cd5c05a</vt:lpwstr>
  </property>
  <property fmtid="{D5CDD505-2E9C-101B-9397-08002B2CF9AE}" pid="17" name="AM_Purpose">
    <vt:lpwstr>Monthly slides for IMC, etc.</vt:lpwstr>
  </property>
  <property fmtid="{D5CDD505-2E9C-101B-9397-08002B2CF9AE}" pid="18" name="l9c4edf8cca247019db10b9fec3a0527">
    <vt:lpwstr>_Other|3a846d91-a2e3-4ace-a744-4cac7bd596e9</vt:lpwstr>
  </property>
  <property fmtid="{D5CDD505-2E9C-101B-9397-08002B2CF9AE}" pid="19" name="ibf984607b914e318a95cea0506c052b">
    <vt:lpwstr>Other|6bcc065e-d9a9-4c79-9547-49eb9cd5c05a</vt:lpwstr>
  </property>
  <property fmtid="{D5CDD505-2E9C-101B-9397-08002B2CF9AE}" pid="20" name="MediaServiceImageTags">
    <vt:lpwstr/>
  </property>
  <property fmtid="{D5CDD505-2E9C-101B-9397-08002B2CF9AE}" pid="21" name="ContentTypeId">
    <vt:lpwstr>0x0101003D7A80D8F256944BBA8A3E6DA7C15A38</vt:lpwstr>
  </property>
</Properties>
</file>